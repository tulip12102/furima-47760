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6" r:id="rId3"/>
  </p:sldMasterIdLst>
  <p:notesMasterIdLst>
    <p:notesMasterId r:id="rId4"/>
  </p:notesMasterIdLst>
  <p:sldIdLst>
    <p:sldId id="256" r:id="rId5"/>
    <p:sldId id="257" r:id="rId6"/>
    <p:sldId id="258" r:id="rId7"/>
    <p:sldId id="259" r:id="rId8"/>
    <p:sldId id="260" r:id="rId9"/>
    <p:sldId id="261" r:id="rId10"/>
    <p:sldId id="262" r:id="rId11"/>
  </p:sldIdLst>
  <p:sldSz cy="102852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0767" y="685800"/>
            <a:ext cx="6097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efadc01042_0_5:notes"/>
          <p:cNvSpPr/>
          <p:nvPr>
            <p:ph idx="2" type="sldImg"/>
          </p:nvPr>
        </p:nvSpPr>
        <p:spPr>
          <a:xfrm>
            <a:off x="380767" y="685800"/>
            <a:ext cx="6097200" cy="3429000"/>
          </a:xfrm>
          <a:custGeom>
            <a:rect b="b" l="l" r="r" t="t"/>
            <a:pathLst>
              <a:path extrusionOk="0" h="120000" w="120000">
                <a:moveTo>
                  <a:pt x="0" y="0"/>
                </a:moveTo>
                <a:lnTo>
                  <a:pt x="120000" y="0"/>
                </a:lnTo>
                <a:lnTo>
                  <a:pt x="120000" y="120000"/>
                </a:lnTo>
                <a:lnTo>
                  <a:pt x="0" y="120000"/>
                </a:lnTo>
                <a:close/>
              </a:path>
            </a:pathLst>
          </a:custGeom>
        </p:spPr>
      </p:sp>
      <p:sp>
        <p:nvSpPr>
          <p:cNvPr id="50" name="Google Shape;50;gefadc0104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c7244c75b5_0_553:notes"/>
          <p:cNvSpPr/>
          <p:nvPr>
            <p:ph idx="2" type="sldImg"/>
          </p:nvPr>
        </p:nvSpPr>
        <p:spPr>
          <a:xfrm>
            <a:off x="380767" y="685800"/>
            <a:ext cx="60972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c7244c75b5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efadc01042_0_13:notes"/>
          <p:cNvSpPr/>
          <p:nvPr>
            <p:ph idx="2" type="sldImg"/>
          </p:nvPr>
        </p:nvSpPr>
        <p:spPr>
          <a:xfrm>
            <a:off x="380767" y="685800"/>
            <a:ext cx="60972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efadc0104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5067a3e1d4_0_7:notes"/>
          <p:cNvSpPr/>
          <p:nvPr>
            <p:ph idx="2" type="sldImg"/>
          </p:nvPr>
        </p:nvSpPr>
        <p:spPr>
          <a:xfrm>
            <a:off x="380767" y="685800"/>
            <a:ext cx="60972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5067a3e1d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5067a3e1d4_0_12:notes"/>
          <p:cNvSpPr/>
          <p:nvPr>
            <p:ph idx="2" type="sldImg"/>
          </p:nvPr>
        </p:nvSpPr>
        <p:spPr>
          <a:xfrm>
            <a:off x="380767" y="685800"/>
            <a:ext cx="60972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5067a3e1d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5067a3e1d4_0_17:notes"/>
          <p:cNvSpPr/>
          <p:nvPr>
            <p:ph idx="2" type="sldImg"/>
          </p:nvPr>
        </p:nvSpPr>
        <p:spPr>
          <a:xfrm>
            <a:off x="380767" y="685800"/>
            <a:ext cx="60972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5067a3e1d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5067a3e1d4_0_22:notes"/>
          <p:cNvSpPr/>
          <p:nvPr>
            <p:ph idx="2" type="sldImg"/>
          </p:nvPr>
        </p:nvSpPr>
        <p:spPr>
          <a:xfrm>
            <a:off x="380767" y="685800"/>
            <a:ext cx="60972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5067a3e1d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2.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表紙(メイン＋サブ)">
  <p:cSld name="CUSTOM_5_1">
    <p:spTree>
      <p:nvGrpSpPr>
        <p:cNvPr id="7" name="Shape 7"/>
        <p:cNvGrpSpPr/>
        <p:nvPr/>
      </p:nvGrpSpPr>
      <p:grpSpPr>
        <a:xfrm>
          <a:off x="0" y="0"/>
          <a:ext cx="0" cy="0"/>
          <a:chOff x="0" y="0"/>
          <a:chExt cx="0" cy="0"/>
        </a:xfrm>
      </p:grpSpPr>
      <p:pic>
        <p:nvPicPr>
          <p:cNvPr id="8" name="Google Shape;8;p2"/>
          <p:cNvPicPr preferRelativeResize="0"/>
          <p:nvPr/>
        </p:nvPicPr>
        <p:blipFill>
          <a:blip r:embed="rId2">
            <a:alphaModFix/>
          </a:blip>
          <a:stretch>
            <a:fillRect/>
          </a:stretch>
        </p:blipFill>
        <p:spPr>
          <a:xfrm>
            <a:off x="-283975" y="-354525"/>
            <a:ext cx="20580349" cy="10994249"/>
          </a:xfrm>
          <a:prstGeom prst="rect">
            <a:avLst/>
          </a:prstGeom>
          <a:noFill/>
          <a:ln>
            <a:noFill/>
          </a:ln>
        </p:spPr>
      </p:pic>
      <p:pic>
        <p:nvPicPr>
          <p:cNvPr id="9" name="Google Shape;9;p2"/>
          <p:cNvPicPr preferRelativeResize="0"/>
          <p:nvPr/>
        </p:nvPicPr>
        <p:blipFill>
          <a:blip r:embed="rId3">
            <a:alphaModFix amt="85000"/>
          </a:blip>
          <a:stretch>
            <a:fillRect/>
          </a:stretch>
        </p:blipFill>
        <p:spPr>
          <a:xfrm>
            <a:off x="3200" y="0"/>
            <a:ext cx="18284798" cy="10285199"/>
          </a:xfrm>
          <a:prstGeom prst="rect">
            <a:avLst/>
          </a:prstGeom>
          <a:noFill/>
          <a:ln>
            <a:noFill/>
          </a:ln>
        </p:spPr>
      </p:pic>
      <p:sp>
        <p:nvSpPr>
          <p:cNvPr id="10" name="Google Shape;10;p2"/>
          <p:cNvSpPr txBox="1"/>
          <p:nvPr>
            <p:ph type="title"/>
          </p:nvPr>
        </p:nvSpPr>
        <p:spPr>
          <a:xfrm>
            <a:off x="648425" y="3744400"/>
            <a:ext cx="16991100" cy="1406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b="1" sz="8000">
                <a:solidFill>
                  <a:schemeClr val="dk1"/>
                </a:solidFill>
                <a:latin typeface="HiraKakuProN-W3"/>
                <a:ea typeface="HiraKakuProN-W3"/>
                <a:cs typeface="HiraKakuProN-W3"/>
                <a:sym typeface="HiraKakuProN-W3"/>
              </a:defRPr>
            </a:lvl1pPr>
            <a:lvl2pPr lvl="1" rtl="0" algn="ctr">
              <a:spcBef>
                <a:spcPts val="0"/>
              </a:spcBef>
              <a:spcAft>
                <a:spcPts val="0"/>
              </a:spcAft>
              <a:buNone/>
              <a:defRPr b="1" sz="6800">
                <a:solidFill>
                  <a:schemeClr val="dk1"/>
                </a:solidFill>
                <a:latin typeface="HiraKakuProN-W3"/>
                <a:ea typeface="HiraKakuProN-W3"/>
                <a:cs typeface="HiraKakuProN-W3"/>
                <a:sym typeface="HiraKakuProN-W3"/>
              </a:defRPr>
            </a:lvl2pPr>
            <a:lvl3pPr lvl="2" rtl="0" algn="ctr">
              <a:spcBef>
                <a:spcPts val="0"/>
              </a:spcBef>
              <a:spcAft>
                <a:spcPts val="0"/>
              </a:spcAft>
              <a:buNone/>
              <a:defRPr b="1" sz="6800">
                <a:solidFill>
                  <a:schemeClr val="dk1"/>
                </a:solidFill>
                <a:latin typeface="HiraKakuProN-W3"/>
                <a:ea typeface="HiraKakuProN-W3"/>
                <a:cs typeface="HiraKakuProN-W3"/>
                <a:sym typeface="HiraKakuProN-W3"/>
              </a:defRPr>
            </a:lvl3pPr>
            <a:lvl4pPr lvl="3" rtl="0" algn="ctr">
              <a:spcBef>
                <a:spcPts val="0"/>
              </a:spcBef>
              <a:spcAft>
                <a:spcPts val="0"/>
              </a:spcAft>
              <a:buNone/>
              <a:defRPr b="1" sz="6800">
                <a:solidFill>
                  <a:schemeClr val="dk1"/>
                </a:solidFill>
                <a:latin typeface="HiraKakuProN-W3"/>
                <a:ea typeface="HiraKakuProN-W3"/>
                <a:cs typeface="HiraKakuProN-W3"/>
                <a:sym typeface="HiraKakuProN-W3"/>
              </a:defRPr>
            </a:lvl4pPr>
            <a:lvl5pPr lvl="4" rtl="0" algn="ctr">
              <a:spcBef>
                <a:spcPts val="0"/>
              </a:spcBef>
              <a:spcAft>
                <a:spcPts val="0"/>
              </a:spcAft>
              <a:buNone/>
              <a:defRPr b="1" sz="6800">
                <a:solidFill>
                  <a:schemeClr val="dk1"/>
                </a:solidFill>
                <a:latin typeface="HiraKakuProN-W3"/>
                <a:ea typeface="HiraKakuProN-W3"/>
                <a:cs typeface="HiraKakuProN-W3"/>
                <a:sym typeface="HiraKakuProN-W3"/>
              </a:defRPr>
            </a:lvl5pPr>
            <a:lvl6pPr lvl="5" rtl="0" algn="ctr">
              <a:spcBef>
                <a:spcPts val="0"/>
              </a:spcBef>
              <a:spcAft>
                <a:spcPts val="0"/>
              </a:spcAft>
              <a:buNone/>
              <a:defRPr b="1" sz="6800">
                <a:solidFill>
                  <a:schemeClr val="dk1"/>
                </a:solidFill>
                <a:latin typeface="HiraKakuProN-W3"/>
                <a:ea typeface="HiraKakuProN-W3"/>
                <a:cs typeface="HiraKakuProN-W3"/>
                <a:sym typeface="HiraKakuProN-W3"/>
              </a:defRPr>
            </a:lvl6pPr>
            <a:lvl7pPr lvl="6" rtl="0" algn="ctr">
              <a:spcBef>
                <a:spcPts val="0"/>
              </a:spcBef>
              <a:spcAft>
                <a:spcPts val="0"/>
              </a:spcAft>
              <a:buNone/>
              <a:defRPr b="1" sz="6800">
                <a:solidFill>
                  <a:schemeClr val="dk1"/>
                </a:solidFill>
                <a:latin typeface="HiraKakuProN-W3"/>
                <a:ea typeface="HiraKakuProN-W3"/>
                <a:cs typeface="HiraKakuProN-W3"/>
                <a:sym typeface="HiraKakuProN-W3"/>
              </a:defRPr>
            </a:lvl7pPr>
            <a:lvl8pPr lvl="7" rtl="0" algn="ctr">
              <a:spcBef>
                <a:spcPts val="0"/>
              </a:spcBef>
              <a:spcAft>
                <a:spcPts val="0"/>
              </a:spcAft>
              <a:buNone/>
              <a:defRPr b="1" sz="6800">
                <a:solidFill>
                  <a:schemeClr val="dk1"/>
                </a:solidFill>
                <a:latin typeface="HiraKakuProN-W3"/>
                <a:ea typeface="HiraKakuProN-W3"/>
                <a:cs typeface="HiraKakuProN-W3"/>
                <a:sym typeface="HiraKakuProN-W3"/>
              </a:defRPr>
            </a:lvl8pPr>
            <a:lvl9pPr lvl="8" rtl="0" algn="ctr">
              <a:spcBef>
                <a:spcPts val="0"/>
              </a:spcBef>
              <a:spcAft>
                <a:spcPts val="0"/>
              </a:spcAft>
              <a:buNone/>
              <a:defRPr b="1" sz="6800">
                <a:solidFill>
                  <a:schemeClr val="dk1"/>
                </a:solidFill>
                <a:latin typeface="HiraKakuProN-W3"/>
                <a:ea typeface="HiraKakuProN-W3"/>
                <a:cs typeface="HiraKakuProN-W3"/>
                <a:sym typeface="HiraKakuProN-W3"/>
              </a:defRPr>
            </a:lvl9pPr>
          </a:lstStyle>
          <a:p/>
        </p:txBody>
      </p:sp>
      <p:sp>
        <p:nvSpPr>
          <p:cNvPr id="11" name="Google Shape;11;p2"/>
          <p:cNvSpPr txBox="1"/>
          <p:nvPr>
            <p:ph idx="2" type="title"/>
          </p:nvPr>
        </p:nvSpPr>
        <p:spPr>
          <a:xfrm>
            <a:off x="940800" y="5237126"/>
            <a:ext cx="16406400" cy="8445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b="1" sz="6000">
                <a:solidFill>
                  <a:schemeClr val="dk1"/>
                </a:solidFill>
                <a:latin typeface="HiraKakuProN-W3"/>
                <a:ea typeface="HiraKakuProN-W3"/>
                <a:cs typeface="HiraKakuProN-W3"/>
                <a:sym typeface="HiraKakuProN-W3"/>
              </a:defRPr>
            </a:lvl1pPr>
            <a:lvl2pPr lvl="1" rtl="0" algn="ctr">
              <a:spcBef>
                <a:spcPts val="0"/>
              </a:spcBef>
              <a:spcAft>
                <a:spcPts val="0"/>
              </a:spcAft>
              <a:buNone/>
              <a:defRPr b="1" sz="7200">
                <a:solidFill>
                  <a:schemeClr val="dk1"/>
                </a:solidFill>
                <a:latin typeface="HiraKakuProN-W3"/>
                <a:ea typeface="HiraKakuProN-W3"/>
                <a:cs typeface="HiraKakuProN-W3"/>
                <a:sym typeface="HiraKakuProN-W3"/>
              </a:defRPr>
            </a:lvl2pPr>
            <a:lvl3pPr lvl="2" rtl="0" algn="ctr">
              <a:spcBef>
                <a:spcPts val="0"/>
              </a:spcBef>
              <a:spcAft>
                <a:spcPts val="0"/>
              </a:spcAft>
              <a:buNone/>
              <a:defRPr b="1" sz="7200">
                <a:solidFill>
                  <a:schemeClr val="dk1"/>
                </a:solidFill>
                <a:latin typeface="HiraKakuProN-W3"/>
                <a:ea typeface="HiraKakuProN-W3"/>
                <a:cs typeface="HiraKakuProN-W3"/>
                <a:sym typeface="HiraKakuProN-W3"/>
              </a:defRPr>
            </a:lvl3pPr>
            <a:lvl4pPr lvl="3" rtl="0" algn="ctr">
              <a:spcBef>
                <a:spcPts val="0"/>
              </a:spcBef>
              <a:spcAft>
                <a:spcPts val="0"/>
              </a:spcAft>
              <a:buNone/>
              <a:defRPr b="1" sz="7200">
                <a:solidFill>
                  <a:schemeClr val="dk1"/>
                </a:solidFill>
                <a:latin typeface="HiraKakuProN-W3"/>
                <a:ea typeface="HiraKakuProN-W3"/>
                <a:cs typeface="HiraKakuProN-W3"/>
                <a:sym typeface="HiraKakuProN-W3"/>
              </a:defRPr>
            </a:lvl4pPr>
            <a:lvl5pPr lvl="4" rtl="0" algn="ctr">
              <a:spcBef>
                <a:spcPts val="0"/>
              </a:spcBef>
              <a:spcAft>
                <a:spcPts val="0"/>
              </a:spcAft>
              <a:buNone/>
              <a:defRPr b="1" sz="7200">
                <a:solidFill>
                  <a:schemeClr val="dk1"/>
                </a:solidFill>
                <a:latin typeface="HiraKakuProN-W3"/>
                <a:ea typeface="HiraKakuProN-W3"/>
                <a:cs typeface="HiraKakuProN-W3"/>
                <a:sym typeface="HiraKakuProN-W3"/>
              </a:defRPr>
            </a:lvl5pPr>
            <a:lvl6pPr lvl="5" rtl="0" algn="ctr">
              <a:spcBef>
                <a:spcPts val="0"/>
              </a:spcBef>
              <a:spcAft>
                <a:spcPts val="0"/>
              </a:spcAft>
              <a:buNone/>
              <a:defRPr b="1" sz="7200">
                <a:solidFill>
                  <a:schemeClr val="dk1"/>
                </a:solidFill>
                <a:latin typeface="HiraKakuProN-W3"/>
                <a:ea typeface="HiraKakuProN-W3"/>
                <a:cs typeface="HiraKakuProN-W3"/>
                <a:sym typeface="HiraKakuProN-W3"/>
              </a:defRPr>
            </a:lvl6pPr>
            <a:lvl7pPr lvl="6" rtl="0" algn="ctr">
              <a:spcBef>
                <a:spcPts val="0"/>
              </a:spcBef>
              <a:spcAft>
                <a:spcPts val="0"/>
              </a:spcAft>
              <a:buNone/>
              <a:defRPr b="1" sz="7200">
                <a:solidFill>
                  <a:schemeClr val="dk1"/>
                </a:solidFill>
                <a:latin typeface="HiraKakuProN-W3"/>
                <a:ea typeface="HiraKakuProN-W3"/>
                <a:cs typeface="HiraKakuProN-W3"/>
                <a:sym typeface="HiraKakuProN-W3"/>
              </a:defRPr>
            </a:lvl7pPr>
            <a:lvl8pPr lvl="7" rtl="0" algn="ctr">
              <a:spcBef>
                <a:spcPts val="0"/>
              </a:spcBef>
              <a:spcAft>
                <a:spcPts val="0"/>
              </a:spcAft>
              <a:buNone/>
              <a:defRPr b="1" sz="7200">
                <a:solidFill>
                  <a:schemeClr val="dk1"/>
                </a:solidFill>
                <a:latin typeface="HiraKakuProN-W3"/>
                <a:ea typeface="HiraKakuProN-W3"/>
                <a:cs typeface="HiraKakuProN-W3"/>
                <a:sym typeface="HiraKakuProN-W3"/>
              </a:defRPr>
            </a:lvl8pPr>
            <a:lvl9pPr lvl="8" rtl="0" algn="ctr">
              <a:spcBef>
                <a:spcPts val="0"/>
              </a:spcBef>
              <a:spcAft>
                <a:spcPts val="0"/>
              </a:spcAft>
              <a:buNone/>
              <a:defRPr b="1" sz="7200">
                <a:solidFill>
                  <a:schemeClr val="dk1"/>
                </a:solidFill>
                <a:latin typeface="HiraKakuProN-W3"/>
                <a:ea typeface="HiraKakuProN-W3"/>
                <a:cs typeface="HiraKakuProN-W3"/>
                <a:sym typeface="HiraKakuProN-W3"/>
              </a:defRPr>
            </a:lvl9pPr>
          </a:lstStyle>
          <a:p/>
        </p:txBody>
      </p:sp>
      <p:pic>
        <p:nvPicPr>
          <p:cNvPr id="12" name="Google Shape;12;p2"/>
          <p:cNvPicPr preferRelativeResize="0"/>
          <p:nvPr/>
        </p:nvPicPr>
        <p:blipFill>
          <a:blip r:embed="rId4">
            <a:alphaModFix/>
          </a:blip>
          <a:stretch>
            <a:fillRect/>
          </a:stretch>
        </p:blipFill>
        <p:spPr>
          <a:xfrm>
            <a:off x="6445275" y="8348476"/>
            <a:ext cx="5397450" cy="754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表紙(メインのみ)">
  <p:cSld name="CUSTOM_5_1_1_1_1_1">
    <p:spTree>
      <p:nvGrpSpPr>
        <p:cNvPr id="13" name="Shape 13"/>
        <p:cNvGrpSpPr/>
        <p:nvPr/>
      </p:nvGrpSpPr>
      <p:grpSpPr>
        <a:xfrm>
          <a:off x="0" y="0"/>
          <a:ext cx="0" cy="0"/>
          <a:chOff x="0" y="0"/>
          <a:chExt cx="0" cy="0"/>
        </a:xfrm>
      </p:grpSpPr>
      <p:pic>
        <p:nvPicPr>
          <p:cNvPr id="14" name="Google Shape;14;p3"/>
          <p:cNvPicPr preferRelativeResize="0"/>
          <p:nvPr/>
        </p:nvPicPr>
        <p:blipFill>
          <a:blip r:embed="rId2">
            <a:alphaModFix/>
          </a:blip>
          <a:stretch>
            <a:fillRect/>
          </a:stretch>
        </p:blipFill>
        <p:spPr>
          <a:xfrm>
            <a:off x="-283975" y="-354525"/>
            <a:ext cx="20580349" cy="10994249"/>
          </a:xfrm>
          <a:prstGeom prst="rect">
            <a:avLst/>
          </a:prstGeom>
          <a:noFill/>
          <a:ln>
            <a:noFill/>
          </a:ln>
        </p:spPr>
      </p:pic>
      <p:pic>
        <p:nvPicPr>
          <p:cNvPr id="15" name="Google Shape;15;p3"/>
          <p:cNvPicPr preferRelativeResize="0"/>
          <p:nvPr/>
        </p:nvPicPr>
        <p:blipFill>
          <a:blip r:embed="rId3">
            <a:alphaModFix amt="50000"/>
          </a:blip>
          <a:stretch>
            <a:fillRect/>
          </a:stretch>
        </p:blipFill>
        <p:spPr>
          <a:xfrm>
            <a:off x="3200" y="0"/>
            <a:ext cx="18284798" cy="10285199"/>
          </a:xfrm>
          <a:prstGeom prst="rect">
            <a:avLst/>
          </a:prstGeom>
          <a:noFill/>
          <a:ln>
            <a:noFill/>
          </a:ln>
        </p:spPr>
      </p:pic>
      <p:sp>
        <p:nvSpPr>
          <p:cNvPr id="16" name="Google Shape;16;p3"/>
          <p:cNvSpPr/>
          <p:nvPr/>
        </p:nvSpPr>
        <p:spPr>
          <a:xfrm>
            <a:off x="0" y="6393692"/>
            <a:ext cx="18329700" cy="3093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610325" y="6969025"/>
            <a:ext cx="17109000" cy="11418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b="1" sz="8000">
                <a:solidFill>
                  <a:schemeClr val="dk1"/>
                </a:solidFill>
                <a:latin typeface="HiraKakuProN-W3"/>
                <a:ea typeface="HiraKakuProN-W3"/>
                <a:cs typeface="HiraKakuProN-W3"/>
                <a:sym typeface="HiraKakuProN-W3"/>
              </a:defRPr>
            </a:lvl1pPr>
            <a:lvl2pPr lvl="1" rtl="0" algn="ctr">
              <a:spcBef>
                <a:spcPts val="0"/>
              </a:spcBef>
              <a:spcAft>
                <a:spcPts val="0"/>
              </a:spcAft>
              <a:buNone/>
              <a:defRPr b="1" sz="7200">
                <a:solidFill>
                  <a:schemeClr val="dk1"/>
                </a:solidFill>
                <a:latin typeface="HiraKakuProN-W3"/>
                <a:ea typeface="HiraKakuProN-W3"/>
                <a:cs typeface="HiraKakuProN-W3"/>
                <a:sym typeface="HiraKakuProN-W3"/>
              </a:defRPr>
            </a:lvl2pPr>
            <a:lvl3pPr lvl="2" rtl="0" algn="ctr">
              <a:spcBef>
                <a:spcPts val="0"/>
              </a:spcBef>
              <a:spcAft>
                <a:spcPts val="0"/>
              </a:spcAft>
              <a:buNone/>
              <a:defRPr b="1" sz="7200">
                <a:solidFill>
                  <a:schemeClr val="dk1"/>
                </a:solidFill>
                <a:latin typeface="HiraKakuProN-W3"/>
                <a:ea typeface="HiraKakuProN-W3"/>
                <a:cs typeface="HiraKakuProN-W3"/>
                <a:sym typeface="HiraKakuProN-W3"/>
              </a:defRPr>
            </a:lvl3pPr>
            <a:lvl4pPr lvl="3" rtl="0" algn="ctr">
              <a:spcBef>
                <a:spcPts val="0"/>
              </a:spcBef>
              <a:spcAft>
                <a:spcPts val="0"/>
              </a:spcAft>
              <a:buNone/>
              <a:defRPr b="1" sz="7200">
                <a:solidFill>
                  <a:schemeClr val="dk1"/>
                </a:solidFill>
                <a:latin typeface="HiraKakuProN-W3"/>
                <a:ea typeface="HiraKakuProN-W3"/>
                <a:cs typeface="HiraKakuProN-W3"/>
                <a:sym typeface="HiraKakuProN-W3"/>
              </a:defRPr>
            </a:lvl4pPr>
            <a:lvl5pPr lvl="4" rtl="0" algn="ctr">
              <a:spcBef>
                <a:spcPts val="0"/>
              </a:spcBef>
              <a:spcAft>
                <a:spcPts val="0"/>
              </a:spcAft>
              <a:buNone/>
              <a:defRPr b="1" sz="7200">
                <a:solidFill>
                  <a:schemeClr val="dk1"/>
                </a:solidFill>
                <a:latin typeface="HiraKakuProN-W3"/>
                <a:ea typeface="HiraKakuProN-W3"/>
                <a:cs typeface="HiraKakuProN-W3"/>
                <a:sym typeface="HiraKakuProN-W3"/>
              </a:defRPr>
            </a:lvl5pPr>
            <a:lvl6pPr lvl="5" rtl="0" algn="ctr">
              <a:spcBef>
                <a:spcPts val="0"/>
              </a:spcBef>
              <a:spcAft>
                <a:spcPts val="0"/>
              </a:spcAft>
              <a:buNone/>
              <a:defRPr b="1" sz="7200">
                <a:solidFill>
                  <a:schemeClr val="dk1"/>
                </a:solidFill>
                <a:latin typeface="HiraKakuProN-W3"/>
                <a:ea typeface="HiraKakuProN-W3"/>
                <a:cs typeface="HiraKakuProN-W3"/>
                <a:sym typeface="HiraKakuProN-W3"/>
              </a:defRPr>
            </a:lvl6pPr>
            <a:lvl7pPr lvl="6" rtl="0" algn="ctr">
              <a:spcBef>
                <a:spcPts val="0"/>
              </a:spcBef>
              <a:spcAft>
                <a:spcPts val="0"/>
              </a:spcAft>
              <a:buNone/>
              <a:defRPr b="1" sz="7200">
                <a:solidFill>
                  <a:schemeClr val="dk1"/>
                </a:solidFill>
                <a:latin typeface="HiraKakuProN-W3"/>
                <a:ea typeface="HiraKakuProN-W3"/>
                <a:cs typeface="HiraKakuProN-W3"/>
                <a:sym typeface="HiraKakuProN-W3"/>
              </a:defRPr>
            </a:lvl7pPr>
            <a:lvl8pPr lvl="7" rtl="0" algn="ctr">
              <a:spcBef>
                <a:spcPts val="0"/>
              </a:spcBef>
              <a:spcAft>
                <a:spcPts val="0"/>
              </a:spcAft>
              <a:buNone/>
              <a:defRPr b="1" sz="7200">
                <a:solidFill>
                  <a:schemeClr val="dk1"/>
                </a:solidFill>
                <a:latin typeface="HiraKakuProN-W3"/>
                <a:ea typeface="HiraKakuProN-W3"/>
                <a:cs typeface="HiraKakuProN-W3"/>
                <a:sym typeface="HiraKakuProN-W3"/>
              </a:defRPr>
            </a:lvl8pPr>
            <a:lvl9pPr lvl="8" rtl="0" algn="ctr">
              <a:spcBef>
                <a:spcPts val="0"/>
              </a:spcBef>
              <a:spcAft>
                <a:spcPts val="0"/>
              </a:spcAft>
              <a:buNone/>
              <a:defRPr b="1" sz="7200">
                <a:solidFill>
                  <a:schemeClr val="dk1"/>
                </a:solidFill>
                <a:latin typeface="HiraKakuProN-W3"/>
                <a:ea typeface="HiraKakuProN-W3"/>
                <a:cs typeface="HiraKakuProN-W3"/>
                <a:sym typeface="HiraKakuProN-W3"/>
              </a:defRPr>
            </a:lvl9pPr>
          </a:lstStyle>
          <a:p/>
        </p:txBody>
      </p:sp>
      <p:pic>
        <p:nvPicPr>
          <p:cNvPr id="18" name="Google Shape;18;p3"/>
          <p:cNvPicPr preferRelativeResize="0"/>
          <p:nvPr/>
        </p:nvPicPr>
        <p:blipFill>
          <a:blip r:embed="rId4">
            <a:alphaModFix/>
          </a:blip>
          <a:stretch>
            <a:fillRect/>
          </a:stretch>
        </p:blipFill>
        <p:spPr>
          <a:xfrm>
            <a:off x="6445275" y="8348476"/>
            <a:ext cx="5397450" cy="7547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セクション見出し">
  <p:cSld name="CUSTOM_7">
    <p:spTree>
      <p:nvGrpSpPr>
        <p:cNvPr id="19" name="Shape 19"/>
        <p:cNvGrpSpPr/>
        <p:nvPr/>
      </p:nvGrpSpPr>
      <p:grpSpPr>
        <a:xfrm>
          <a:off x="0" y="0"/>
          <a:ext cx="0" cy="0"/>
          <a:chOff x="0" y="0"/>
          <a:chExt cx="0" cy="0"/>
        </a:xfrm>
      </p:grpSpPr>
      <p:sp>
        <p:nvSpPr>
          <p:cNvPr id="20" name="Google Shape;20;p4"/>
          <p:cNvSpPr/>
          <p:nvPr/>
        </p:nvSpPr>
        <p:spPr>
          <a:xfrm>
            <a:off x="-641475" y="-136475"/>
            <a:ext cx="19570800" cy="10558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idx="1" type="subTitle"/>
          </p:nvPr>
        </p:nvSpPr>
        <p:spPr>
          <a:xfrm>
            <a:off x="914475" y="4510985"/>
            <a:ext cx="16458900" cy="11451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None/>
              <a:defRPr b="1" sz="5600">
                <a:solidFill>
                  <a:schemeClr val="dk1"/>
                </a:solidFill>
                <a:latin typeface="HiraKakuProN-W3"/>
                <a:ea typeface="HiraKakuProN-W3"/>
                <a:cs typeface="HiraKakuProN-W3"/>
                <a:sym typeface="HiraKakuProN-W3"/>
              </a:defRPr>
            </a:lvl1pPr>
            <a:lvl2pPr lvl="1" rtl="0">
              <a:spcBef>
                <a:spcPts val="0"/>
              </a:spcBef>
              <a:spcAft>
                <a:spcPts val="0"/>
              </a:spcAft>
              <a:buNone/>
              <a:defRPr sz="2200">
                <a:solidFill>
                  <a:schemeClr val="dk1"/>
                </a:solidFill>
              </a:defRPr>
            </a:lvl2pPr>
            <a:lvl3pPr lvl="2" rtl="0">
              <a:spcBef>
                <a:spcPts val="0"/>
              </a:spcBef>
              <a:spcAft>
                <a:spcPts val="0"/>
              </a:spcAft>
              <a:buNone/>
              <a:defRPr sz="2200">
                <a:solidFill>
                  <a:schemeClr val="dk1"/>
                </a:solidFill>
              </a:defRPr>
            </a:lvl3pPr>
            <a:lvl4pPr lvl="3" rtl="0">
              <a:spcBef>
                <a:spcPts val="0"/>
              </a:spcBef>
              <a:spcAft>
                <a:spcPts val="0"/>
              </a:spcAft>
              <a:buNone/>
              <a:defRPr sz="2200">
                <a:solidFill>
                  <a:schemeClr val="dk1"/>
                </a:solidFill>
              </a:defRPr>
            </a:lvl4pPr>
            <a:lvl5pPr lvl="4" rtl="0">
              <a:spcBef>
                <a:spcPts val="0"/>
              </a:spcBef>
              <a:spcAft>
                <a:spcPts val="0"/>
              </a:spcAft>
              <a:buNone/>
              <a:defRPr sz="2200">
                <a:solidFill>
                  <a:schemeClr val="dk1"/>
                </a:solidFill>
              </a:defRPr>
            </a:lvl5pPr>
            <a:lvl6pPr lvl="5" rtl="0">
              <a:spcBef>
                <a:spcPts val="0"/>
              </a:spcBef>
              <a:spcAft>
                <a:spcPts val="0"/>
              </a:spcAft>
              <a:buNone/>
              <a:defRPr sz="2200">
                <a:solidFill>
                  <a:schemeClr val="dk1"/>
                </a:solidFill>
              </a:defRPr>
            </a:lvl6pPr>
            <a:lvl7pPr lvl="6" rtl="0">
              <a:spcBef>
                <a:spcPts val="0"/>
              </a:spcBef>
              <a:spcAft>
                <a:spcPts val="0"/>
              </a:spcAft>
              <a:buNone/>
              <a:defRPr sz="2200">
                <a:solidFill>
                  <a:schemeClr val="dk1"/>
                </a:solidFill>
              </a:defRPr>
            </a:lvl7pPr>
            <a:lvl8pPr lvl="7" rtl="0">
              <a:spcBef>
                <a:spcPts val="0"/>
              </a:spcBef>
              <a:spcAft>
                <a:spcPts val="0"/>
              </a:spcAft>
              <a:buNone/>
              <a:defRPr sz="2200">
                <a:solidFill>
                  <a:schemeClr val="dk1"/>
                </a:solidFill>
              </a:defRPr>
            </a:lvl8pPr>
            <a:lvl9pPr lvl="8" rtl="0">
              <a:spcBef>
                <a:spcPts val="0"/>
              </a:spcBef>
              <a:spcAft>
                <a:spcPts val="0"/>
              </a:spcAft>
              <a:buNone/>
              <a:defRPr sz="2200">
                <a:solidFill>
                  <a:schemeClr val="dk1"/>
                </a:solidFill>
              </a:defRPr>
            </a:lvl9pPr>
          </a:lstStyle>
          <a:p/>
        </p:txBody>
      </p:sp>
      <p:sp>
        <p:nvSpPr>
          <p:cNvPr id="22" name="Google Shape;22;p4"/>
          <p:cNvSpPr txBox="1"/>
          <p:nvPr/>
        </p:nvSpPr>
        <p:spPr>
          <a:xfrm>
            <a:off x="914400" y="4510985"/>
            <a:ext cx="16458900" cy="114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5600">
              <a:solidFill>
                <a:srgbClr val="FFFFFF"/>
              </a:solidFill>
              <a:latin typeface="HiraKakuProN-W3"/>
              <a:ea typeface="HiraKakuProN-W3"/>
              <a:cs typeface="HiraKakuProN-W3"/>
              <a:sym typeface="HiraKakuProN-W3"/>
            </a:endParaRPr>
          </a:p>
        </p:txBody>
      </p:sp>
      <p:cxnSp>
        <p:nvCxnSpPr>
          <p:cNvPr id="23" name="Google Shape;23;p4"/>
          <p:cNvCxnSpPr/>
          <p:nvPr/>
        </p:nvCxnSpPr>
        <p:spPr>
          <a:xfrm>
            <a:off x="942650" y="5941375"/>
            <a:ext cx="17957400" cy="0"/>
          </a:xfrm>
          <a:prstGeom prst="straightConnector1">
            <a:avLst/>
          </a:prstGeom>
          <a:noFill/>
          <a:ln cap="flat" cmpd="sng" w="76200">
            <a:solidFill>
              <a:srgbClr val="FFFFFF"/>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目次">
  <p:cSld name="CUSTOM_6">
    <p:spTree>
      <p:nvGrpSpPr>
        <p:cNvPr id="24" name="Shape 24"/>
        <p:cNvGrpSpPr/>
        <p:nvPr/>
      </p:nvGrpSpPr>
      <p:grpSpPr>
        <a:xfrm>
          <a:off x="0" y="0"/>
          <a:ext cx="0" cy="0"/>
          <a:chOff x="0" y="0"/>
          <a:chExt cx="0" cy="0"/>
        </a:xfrm>
      </p:grpSpPr>
      <p:sp>
        <p:nvSpPr>
          <p:cNvPr id="25" name="Google Shape;25;p5"/>
          <p:cNvSpPr/>
          <p:nvPr/>
        </p:nvSpPr>
        <p:spPr>
          <a:xfrm>
            <a:off x="250" y="-4800"/>
            <a:ext cx="6423000" cy="10294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 name="Google Shape;26;p5"/>
          <p:cNvPicPr preferRelativeResize="0"/>
          <p:nvPr/>
        </p:nvPicPr>
        <p:blipFill>
          <a:blip r:embed="rId2">
            <a:alphaModFix amt="5000"/>
          </a:blip>
          <a:stretch>
            <a:fillRect/>
          </a:stretch>
        </p:blipFill>
        <p:spPr>
          <a:xfrm>
            <a:off x="-4238300" y="-1545975"/>
            <a:ext cx="14162975" cy="12066825"/>
          </a:xfrm>
          <a:prstGeom prst="rect">
            <a:avLst/>
          </a:prstGeom>
          <a:noFill/>
          <a:ln>
            <a:noFill/>
          </a:ln>
        </p:spPr>
      </p:pic>
      <p:sp>
        <p:nvSpPr>
          <p:cNvPr id="27" name="Google Shape;27;p5"/>
          <p:cNvSpPr txBox="1"/>
          <p:nvPr>
            <p:ph idx="1" type="subTitle"/>
          </p:nvPr>
        </p:nvSpPr>
        <p:spPr>
          <a:xfrm>
            <a:off x="895600" y="3449500"/>
            <a:ext cx="4632300" cy="33861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None/>
              <a:defRPr b="1" sz="5200">
                <a:solidFill>
                  <a:schemeClr val="dk1"/>
                </a:solidFill>
                <a:latin typeface="HiraKakuProN-W3"/>
                <a:ea typeface="HiraKakuProN-W3"/>
                <a:cs typeface="HiraKakuProN-W3"/>
                <a:sym typeface="HiraKakuProN-W3"/>
              </a:defRPr>
            </a:lvl1pPr>
            <a:lvl2pPr lvl="1">
              <a:spcBef>
                <a:spcPts val="0"/>
              </a:spcBef>
              <a:spcAft>
                <a:spcPts val="0"/>
              </a:spcAft>
              <a:buNone/>
              <a:defRPr b="1">
                <a:solidFill>
                  <a:schemeClr val="dk1"/>
                </a:solidFill>
              </a:defRPr>
            </a:lvl2pPr>
            <a:lvl3pPr lvl="2">
              <a:spcBef>
                <a:spcPts val="0"/>
              </a:spcBef>
              <a:spcAft>
                <a:spcPts val="0"/>
              </a:spcAft>
              <a:buNone/>
              <a:defRPr b="1">
                <a:solidFill>
                  <a:schemeClr val="dk1"/>
                </a:solidFill>
              </a:defRPr>
            </a:lvl3pPr>
            <a:lvl4pPr lvl="3">
              <a:spcBef>
                <a:spcPts val="0"/>
              </a:spcBef>
              <a:spcAft>
                <a:spcPts val="0"/>
              </a:spcAft>
              <a:buNone/>
              <a:defRPr b="1">
                <a:solidFill>
                  <a:schemeClr val="dk1"/>
                </a:solidFill>
              </a:defRPr>
            </a:lvl4pPr>
            <a:lvl5pPr lvl="4">
              <a:spcBef>
                <a:spcPts val="0"/>
              </a:spcBef>
              <a:spcAft>
                <a:spcPts val="0"/>
              </a:spcAft>
              <a:buNone/>
              <a:defRPr b="1">
                <a:solidFill>
                  <a:schemeClr val="dk1"/>
                </a:solidFill>
              </a:defRPr>
            </a:lvl5pPr>
            <a:lvl6pPr lvl="5">
              <a:spcBef>
                <a:spcPts val="0"/>
              </a:spcBef>
              <a:spcAft>
                <a:spcPts val="0"/>
              </a:spcAft>
              <a:buNone/>
              <a:defRPr b="1">
                <a:solidFill>
                  <a:schemeClr val="dk1"/>
                </a:solidFill>
              </a:defRPr>
            </a:lvl6pPr>
            <a:lvl7pPr lvl="6">
              <a:spcBef>
                <a:spcPts val="0"/>
              </a:spcBef>
              <a:spcAft>
                <a:spcPts val="0"/>
              </a:spcAft>
              <a:buNone/>
              <a:defRPr b="1">
                <a:solidFill>
                  <a:schemeClr val="dk1"/>
                </a:solidFill>
              </a:defRPr>
            </a:lvl7pPr>
            <a:lvl8pPr lvl="7">
              <a:spcBef>
                <a:spcPts val="0"/>
              </a:spcBef>
              <a:spcAft>
                <a:spcPts val="0"/>
              </a:spcAft>
              <a:buNone/>
              <a:defRPr b="1">
                <a:solidFill>
                  <a:schemeClr val="dk1"/>
                </a:solidFill>
              </a:defRPr>
            </a:lvl8pPr>
            <a:lvl9pPr lvl="8">
              <a:spcBef>
                <a:spcPts val="0"/>
              </a:spcBef>
              <a:spcAft>
                <a:spcPts val="0"/>
              </a:spcAft>
              <a:buNone/>
              <a:defRPr b="1">
                <a:solidFill>
                  <a:schemeClr val="dk1"/>
                </a:solidFill>
              </a:defRPr>
            </a:lvl9pPr>
          </a:lstStyle>
          <a:p/>
        </p:txBody>
      </p:sp>
      <p:sp>
        <p:nvSpPr>
          <p:cNvPr id="28" name="Google Shape;28;p5"/>
          <p:cNvSpPr/>
          <p:nvPr/>
        </p:nvSpPr>
        <p:spPr>
          <a:xfrm>
            <a:off x="6423250" y="-4800"/>
            <a:ext cx="11864700" cy="10294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txBox="1"/>
          <p:nvPr>
            <p:ph idx="2" type="body"/>
          </p:nvPr>
        </p:nvSpPr>
        <p:spPr>
          <a:xfrm>
            <a:off x="7527475" y="1695625"/>
            <a:ext cx="9843300" cy="7172400"/>
          </a:xfrm>
          <a:prstGeom prst="rect">
            <a:avLst/>
          </a:prstGeom>
          <a:noFill/>
          <a:ln>
            <a:noFill/>
          </a:ln>
        </p:spPr>
        <p:txBody>
          <a:bodyPr anchorCtr="0" anchor="ctr" bIns="91425" lIns="91425" spcFirstLastPara="1" rIns="91425" wrap="square" tIns="91425">
            <a:noAutofit/>
          </a:bodyPr>
          <a:lstStyle>
            <a:lvl1pPr indent="-533400" lvl="0" marL="457200">
              <a:lnSpc>
                <a:spcPct val="150000"/>
              </a:lnSpc>
              <a:spcBef>
                <a:spcPts val="0"/>
              </a:spcBef>
              <a:spcAft>
                <a:spcPts val="0"/>
              </a:spcAft>
              <a:buClr>
                <a:schemeClr val="lt2"/>
              </a:buClr>
              <a:buSzPts val="4800"/>
              <a:buFont typeface="HiraKakuProN-W3"/>
              <a:buAutoNum type="arabicPeriod"/>
              <a:defRPr b="1" sz="4800">
                <a:solidFill>
                  <a:schemeClr val="lt2"/>
                </a:solidFill>
                <a:latin typeface="HiraKakuProN-W3"/>
                <a:ea typeface="HiraKakuProN-W3"/>
                <a:cs typeface="HiraKakuProN-W3"/>
                <a:sym typeface="HiraKakuProN-W3"/>
              </a:defRPr>
            </a:lvl1pPr>
            <a:lvl2pPr indent="-533400" lvl="1" marL="914400">
              <a:lnSpc>
                <a:spcPct val="150000"/>
              </a:lnSpc>
              <a:spcBef>
                <a:spcPts val="0"/>
              </a:spcBef>
              <a:spcAft>
                <a:spcPts val="0"/>
              </a:spcAft>
              <a:buClr>
                <a:schemeClr val="lt2"/>
              </a:buClr>
              <a:buSzPts val="4800"/>
              <a:buFont typeface="HiraKakuProN-W3"/>
              <a:buAutoNum type="alphaLcPeriod"/>
              <a:defRPr b="1" sz="4800">
                <a:solidFill>
                  <a:schemeClr val="lt2"/>
                </a:solidFill>
                <a:latin typeface="HiraKakuProN-W3"/>
                <a:ea typeface="HiraKakuProN-W3"/>
                <a:cs typeface="HiraKakuProN-W3"/>
                <a:sym typeface="HiraKakuProN-W3"/>
              </a:defRPr>
            </a:lvl2pPr>
            <a:lvl3pPr indent="-533400" lvl="2" marL="1371600">
              <a:lnSpc>
                <a:spcPct val="150000"/>
              </a:lnSpc>
              <a:spcBef>
                <a:spcPts val="0"/>
              </a:spcBef>
              <a:spcAft>
                <a:spcPts val="0"/>
              </a:spcAft>
              <a:buClr>
                <a:schemeClr val="lt2"/>
              </a:buClr>
              <a:buSzPts val="4800"/>
              <a:buFont typeface="HiraKakuProN-W3"/>
              <a:buAutoNum type="romanLcPeriod"/>
              <a:defRPr b="1" sz="4800">
                <a:solidFill>
                  <a:schemeClr val="lt2"/>
                </a:solidFill>
                <a:latin typeface="HiraKakuProN-W3"/>
                <a:ea typeface="HiraKakuProN-W3"/>
                <a:cs typeface="HiraKakuProN-W3"/>
                <a:sym typeface="HiraKakuProN-W3"/>
              </a:defRPr>
            </a:lvl3pPr>
            <a:lvl4pPr indent="-533400" lvl="3" marL="1828800">
              <a:lnSpc>
                <a:spcPct val="150000"/>
              </a:lnSpc>
              <a:spcBef>
                <a:spcPts val="0"/>
              </a:spcBef>
              <a:spcAft>
                <a:spcPts val="0"/>
              </a:spcAft>
              <a:buClr>
                <a:schemeClr val="lt2"/>
              </a:buClr>
              <a:buSzPts val="4800"/>
              <a:buFont typeface="HiraKakuProN-W3"/>
              <a:buAutoNum type="arabicPeriod"/>
              <a:defRPr b="1" sz="4800">
                <a:solidFill>
                  <a:schemeClr val="lt2"/>
                </a:solidFill>
                <a:latin typeface="HiraKakuProN-W3"/>
                <a:ea typeface="HiraKakuProN-W3"/>
                <a:cs typeface="HiraKakuProN-W3"/>
                <a:sym typeface="HiraKakuProN-W3"/>
              </a:defRPr>
            </a:lvl4pPr>
            <a:lvl5pPr indent="-533400" lvl="4" marL="2286000">
              <a:lnSpc>
                <a:spcPct val="150000"/>
              </a:lnSpc>
              <a:spcBef>
                <a:spcPts val="0"/>
              </a:spcBef>
              <a:spcAft>
                <a:spcPts val="0"/>
              </a:spcAft>
              <a:buClr>
                <a:schemeClr val="lt2"/>
              </a:buClr>
              <a:buSzPts val="4800"/>
              <a:buFont typeface="HiraKakuProN-W3"/>
              <a:buAutoNum type="alphaLcPeriod"/>
              <a:defRPr b="1" sz="4800">
                <a:solidFill>
                  <a:schemeClr val="lt2"/>
                </a:solidFill>
                <a:latin typeface="HiraKakuProN-W3"/>
                <a:ea typeface="HiraKakuProN-W3"/>
                <a:cs typeface="HiraKakuProN-W3"/>
                <a:sym typeface="HiraKakuProN-W3"/>
              </a:defRPr>
            </a:lvl5pPr>
            <a:lvl6pPr indent="-533400" lvl="5" marL="2743200">
              <a:lnSpc>
                <a:spcPct val="150000"/>
              </a:lnSpc>
              <a:spcBef>
                <a:spcPts val="0"/>
              </a:spcBef>
              <a:spcAft>
                <a:spcPts val="0"/>
              </a:spcAft>
              <a:buClr>
                <a:schemeClr val="lt2"/>
              </a:buClr>
              <a:buSzPts val="4800"/>
              <a:buFont typeface="HiraKakuProN-W3"/>
              <a:buAutoNum type="romanLcPeriod"/>
              <a:defRPr b="1" sz="4800">
                <a:solidFill>
                  <a:schemeClr val="lt2"/>
                </a:solidFill>
                <a:latin typeface="HiraKakuProN-W3"/>
                <a:ea typeface="HiraKakuProN-W3"/>
                <a:cs typeface="HiraKakuProN-W3"/>
                <a:sym typeface="HiraKakuProN-W3"/>
              </a:defRPr>
            </a:lvl6pPr>
            <a:lvl7pPr indent="-533400" lvl="6" marL="3200400">
              <a:lnSpc>
                <a:spcPct val="150000"/>
              </a:lnSpc>
              <a:spcBef>
                <a:spcPts val="0"/>
              </a:spcBef>
              <a:spcAft>
                <a:spcPts val="0"/>
              </a:spcAft>
              <a:buClr>
                <a:schemeClr val="lt2"/>
              </a:buClr>
              <a:buSzPts val="4800"/>
              <a:buFont typeface="HiraKakuProN-W3"/>
              <a:buAutoNum type="arabicPeriod"/>
              <a:defRPr b="1" sz="4800">
                <a:solidFill>
                  <a:schemeClr val="lt2"/>
                </a:solidFill>
                <a:latin typeface="HiraKakuProN-W3"/>
                <a:ea typeface="HiraKakuProN-W3"/>
                <a:cs typeface="HiraKakuProN-W3"/>
                <a:sym typeface="HiraKakuProN-W3"/>
              </a:defRPr>
            </a:lvl7pPr>
            <a:lvl8pPr indent="-533400" lvl="7" marL="3657600">
              <a:lnSpc>
                <a:spcPct val="150000"/>
              </a:lnSpc>
              <a:spcBef>
                <a:spcPts val="0"/>
              </a:spcBef>
              <a:spcAft>
                <a:spcPts val="0"/>
              </a:spcAft>
              <a:buClr>
                <a:schemeClr val="lt2"/>
              </a:buClr>
              <a:buSzPts val="4800"/>
              <a:buFont typeface="HiraKakuProN-W3"/>
              <a:buAutoNum type="alphaLcPeriod"/>
              <a:defRPr b="1" sz="4800">
                <a:solidFill>
                  <a:schemeClr val="lt2"/>
                </a:solidFill>
                <a:latin typeface="HiraKakuProN-W3"/>
                <a:ea typeface="HiraKakuProN-W3"/>
                <a:cs typeface="HiraKakuProN-W3"/>
                <a:sym typeface="HiraKakuProN-W3"/>
              </a:defRPr>
            </a:lvl8pPr>
            <a:lvl9pPr indent="-533400" lvl="8" marL="4114800">
              <a:lnSpc>
                <a:spcPct val="150000"/>
              </a:lnSpc>
              <a:spcBef>
                <a:spcPts val="0"/>
              </a:spcBef>
              <a:spcAft>
                <a:spcPts val="0"/>
              </a:spcAft>
              <a:buClr>
                <a:schemeClr val="lt2"/>
              </a:buClr>
              <a:buSzPts val="4800"/>
              <a:buFont typeface="HiraKakuProN-W3"/>
              <a:buAutoNum type="romanLcPeriod"/>
              <a:defRPr b="1" sz="4800">
                <a:solidFill>
                  <a:schemeClr val="lt2"/>
                </a:solidFill>
                <a:latin typeface="HiraKakuProN-W3"/>
                <a:ea typeface="HiraKakuProN-W3"/>
                <a:cs typeface="HiraKakuProN-W3"/>
                <a:sym typeface="HiraKakuProN-W3"/>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_白紙">
  <p:cSld name="CUSTOM_9">
    <p:spTree>
      <p:nvGrpSpPr>
        <p:cNvPr id="30" name="Shape 30"/>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表紙A">
  <p:cSld name="CUSTOM_5_1_3_1">
    <p:spTree>
      <p:nvGrpSpPr>
        <p:cNvPr id="31" name="Shape 31"/>
        <p:cNvGrpSpPr/>
        <p:nvPr/>
      </p:nvGrpSpPr>
      <p:grpSpPr>
        <a:xfrm>
          <a:off x="0" y="0"/>
          <a:ext cx="0" cy="0"/>
          <a:chOff x="0" y="0"/>
          <a:chExt cx="0" cy="0"/>
        </a:xfrm>
      </p:grpSpPr>
      <p:pic>
        <p:nvPicPr>
          <p:cNvPr id="32" name="Google Shape;32;p7"/>
          <p:cNvPicPr preferRelativeResize="0"/>
          <p:nvPr/>
        </p:nvPicPr>
        <p:blipFill rotWithShape="1">
          <a:blip r:embed="rId2">
            <a:alphaModFix/>
          </a:blip>
          <a:srcRect b="13769" l="6936" r="7108" t="275"/>
          <a:stretch/>
        </p:blipFill>
        <p:spPr>
          <a:xfrm>
            <a:off x="-2" y="900"/>
            <a:ext cx="18284801" cy="10283401"/>
          </a:xfrm>
          <a:prstGeom prst="rect">
            <a:avLst/>
          </a:prstGeom>
          <a:noFill/>
          <a:ln>
            <a:noFill/>
          </a:ln>
        </p:spPr>
      </p:pic>
      <p:pic>
        <p:nvPicPr>
          <p:cNvPr id="33" name="Google Shape;33;p7"/>
          <p:cNvPicPr preferRelativeResize="0"/>
          <p:nvPr/>
        </p:nvPicPr>
        <p:blipFill>
          <a:blip r:embed="rId3">
            <a:alphaModFix amt="85000"/>
          </a:blip>
          <a:stretch>
            <a:fillRect/>
          </a:stretch>
        </p:blipFill>
        <p:spPr>
          <a:xfrm>
            <a:off x="0" y="900"/>
            <a:ext cx="18284798" cy="10283398"/>
          </a:xfrm>
          <a:prstGeom prst="rect">
            <a:avLst/>
          </a:prstGeom>
          <a:noFill/>
          <a:ln>
            <a:noFill/>
          </a:ln>
        </p:spPr>
      </p:pic>
      <p:sp>
        <p:nvSpPr>
          <p:cNvPr id="34" name="Google Shape;34;p7"/>
          <p:cNvSpPr txBox="1"/>
          <p:nvPr>
            <p:ph type="title"/>
          </p:nvPr>
        </p:nvSpPr>
        <p:spPr>
          <a:xfrm>
            <a:off x="0" y="3887320"/>
            <a:ext cx="18288000" cy="1406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b="1" sz="8000">
                <a:solidFill>
                  <a:schemeClr val="dk1"/>
                </a:solidFill>
                <a:latin typeface="HiraKakuProN-W3"/>
                <a:ea typeface="HiraKakuProN-W3"/>
                <a:cs typeface="HiraKakuProN-W3"/>
                <a:sym typeface="HiraKakuProN-W3"/>
              </a:defRPr>
            </a:lvl1pPr>
            <a:lvl2pPr lvl="1" rtl="0" algn="ctr">
              <a:spcBef>
                <a:spcPts val="0"/>
              </a:spcBef>
              <a:spcAft>
                <a:spcPts val="0"/>
              </a:spcAft>
              <a:buNone/>
              <a:defRPr b="1" sz="6800">
                <a:solidFill>
                  <a:schemeClr val="dk1"/>
                </a:solidFill>
                <a:latin typeface="HiraKakuProN-W3"/>
                <a:ea typeface="HiraKakuProN-W3"/>
                <a:cs typeface="HiraKakuProN-W3"/>
                <a:sym typeface="HiraKakuProN-W3"/>
              </a:defRPr>
            </a:lvl2pPr>
            <a:lvl3pPr lvl="2" rtl="0" algn="ctr">
              <a:spcBef>
                <a:spcPts val="0"/>
              </a:spcBef>
              <a:spcAft>
                <a:spcPts val="0"/>
              </a:spcAft>
              <a:buNone/>
              <a:defRPr b="1" sz="6800">
                <a:solidFill>
                  <a:schemeClr val="dk1"/>
                </a:solidFill>
                <a:latin typeface="HiraKakuProN-W3"/>
                <a:ea typeface="HiraKakuProN-W3"/>
                <a:cs typeface="HiraKakuProN-W3"/>
                <a:sym typeface="HiraKakuProN-W3"/>
              </a:defRPr>
            </a:lvl3pPr>
            <a:lvl4pPr lvl="3" rtl="0" algn="ctr">
              <a:spcBef>
                <a:spcPts val="0"/>
              </a:spcBef>
              <a:spcAft>
                <a:spcPts val="0"/>
              </a:spcAft>
              <a:buNone/>
              <a:defRPr b="1" sz="6800">
                <a:solidFill>
                  <a:schemeClr val="dk1"/>
                </a:solidFill>
                <a:latin typeface="HiraKakuProN-W3"/>
                <a:ea typeface="HiraKakuProN-W3"/>
                <a:cs typeface="HiraKakuProN-W3"/>
                <a:sym typeface="HiraKakuProN-W3"/>
              </a:defRPr>
            </a:lvl4pPr>
            <a:lvl5pPr lvl="4" rtl="0" algn="ctr">
              <a:spcBef>
                <a:spcPts val="0"/>
              </a:spcBef>
              <a:spcAft>
                <a:spcPts val="0"/>
              </a:spcAft>
              <a:buNone/>
              <a:defRPr b="1" sz="6800">
                <a:solidFill>
                  <a:schemeClr val="dk1"/>
                </a:solidFill>
                <a:latin typeface="HiraKakuProN-W3"/>
                <a:ea typeface="HiraKakuProN-W3"/>
                <a:cs typeface="HiraKakuProN-W3"/>
                <a:sym typeface="HiraKakuProN-W3"/>
              </a:defRPr>
            </a:lvl5pPr>
            <a:lvl6pPr lvl="5" rtl="0" algn="ctr">
              <a:spcBef>
                <a:spcPts val="0"/>
              </a:spcBef>
              <a:spcAft>
                <a:spcPts val="0"/>
              </a:spcAft>
              <a:buNone/>
              <a:defRPr b="1" sz="6800">
                <a:solidFill>
                  <a:schemeClr val="dk1"/>
                </a:solidFill>
                <a:latin typeface="HiraKakuProN-W3"/>
                <a:ea typeface="HiraKakuProN-W3"/>
                <a:cs typeface="HiraKakuProN-W3"/>
                <a:sym typeface="HiraKakuProN-W3"/>
              </a:defRPr>
            </a:lvl6pPr>
            <a:lvl7pPr lvl="6" rtl="0" algn="ctr">
              <a:spcBef>
                <a:spcPts val="0"/>
              </a:spcBef>
              <a:spcAft>
                <a:spcPts val="0"/>
              </a:spcAft>
              <a:buNone/>
              <a:defRPr b="1" sz="6800">
                <a:solidFill>
                  <a:schemeClr val="dk1"/>
                </a:solidFill>
                <a:latin typeface="HiraKakuProN-W3"/>
                <a:ea typeface="HiraKakuProN-W3"/>
                <a:cs typeface="HiraKakuProN-W3"/>
                <a:sym typeface="HiraKakuProN-W3"/>
              </a:defRPr>
            </a:lvl7pPr>
            <a:lvl8pPr lvl="7" rtl="0" algn="ctr">
              <a:spcBef>
                <a:spcPts val="0"/>
              </a:spcBef>
              <a:spcAft>
                <a:spcPts val="0"/>
              </a:spcAft>
              <a:buNone/>
              <a:defRPr b="1" sz="6800">
                <a:solidFill>
                  <a:schemeClr val="dk1"/>
                </a:solidFill>
                <a:latin typeface="HiraKakuProN-W3"/>
                <a:ea typeface="HiraKakuProN-W3"/>
                <a:cs typeface="HiraKakuProN-W3"/>
                <a:sym typeface="HiraKakuProN-W3"/>
              </a:defRPr>
            </a:lvl8pPr>
            <a:lvl9pPr lvl="8" rtl="0" algn="ctr">
              <a:spcBef>
                <a:spcPts val="0"/>
              </a:spcBef>
              <a:spcAft>
                <a:spcPts val="0"/>
              </a:spcAft>
              <a:buNone/>
              <a:defRPr b="1" sz="6800">
                <a:solidFill>
                  <a:schemeClr val="dk1"/>
                </a:solidFill>
                <a:latin typeface="HiraKakuProN-W3"/>
                <a:ea typeface="HiraKakuProN-W3"/>
                <a:cs typeface="HiraKakuProN-W3"/>
                <a:sym typeface="HiraKakuProN-W3"/>
              </a:defRPr>
            </a:lvl9pPr>
          </a:lstStyle>
          <a:p/>
        </p:txBody>
      </p:sp>
      <p:sp>
        <p:nvSpPr>
          <p:cNvPr id="35" name="Google Shape;35;p7"/>
          <p:cNvSpPr txBox="1"/>
          <p:nvPr>
            <p:ph idx="2" type="title"/>
          </p:nvPr>
        </p:nvSpPr>
        <p:spPr>
          <a:xfrm>
            <a:off x="940800" y="5399055"/>
            <a:ext cx="16406400" cy="8445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b="1" sz="4200">
                <a:solidFill>
                  <a:schemeClr val="dk1"/>
                </a:solidFill>
                <a:latin typeface="HiraKakuProN-W3"/>
                <a:ea typeface="HiraKakuProN-W3"/>
                <a:cs typeface="HiraKakuProN-W3"/>
                <a:sym typeface="HiraKakuProN-W3"/>
              </a:defRPr>
            </a:lvl1pPr>
            <a:lvl2pPr lvl="1" rtl="0" algn="ctr">
              <a:spcBef>
                <a:spcPts val="0"/>
              </a:spcBef>
              <a:spcAft>
                <a:spcPts val="0"/>
              </a:spcAft>
              <a:buNone/>
              <a:defRPr b="1" sz="7200">
                <a:solidFill>
                  <a:schemeClr val="dk1"/>
                </a:solidFill>
                <a:latin typeface="HiraKakuProN-W3"/>
                <a:ea typeface="HiraKakuProN-W3"/>
                <a:cs typeface="HiraKakuProN-W3"/>
                <a:sym typeface="HiraKakuProN-W3"/>
              </a:defRPr>
            </a:lvl2pPr>
            <a:lvl3pPr lvl="2" rtl="0" algn="ctr">
              <a:spcBef>
                <a:spcPts val="0"/>
              </a:spcBef>
              <a:spcAft>
                <a:spcPts val="0"/>
              </a:spcAft>
              <a:buNone/>
              <a:defRPr b="1" sz="7200">
                <a:solidFill>
                  <a:schemeClr val="dk1"/>
                </a:solidFill>
                <a:latin typeface="HiraKakuProN-W3"/>
                <a:ea typeface="HiraKakuProN-W3"/>
                <a:cs typeface="HiraKakuProN-W3"/>
                <a:sym typeface="HiraKakuProN-W3"/>
              </a:defRPr>
            </a:lvl3pPr>
            <a:lvl4pPr lvl="3" rtl="0" algn="ctr">
              <a:spcBef>
                <a:spcPts val="0"/>
              </a:spcBef>
              <a:spcAft>
                <a:spcPts val="0"/>
              </a:spcAft>
              <a:buNone/>
              <a:defRPr b="1" sz="7200">
                <a:solidFill>
                  <a:schemeClr val="dk1"/>
                </a:solidFill>
                <a:latin typeface="HiraKakuProN-W3"/>
                <a:ea typeface="HiraKakuProN-W3"/>
                <a:cs typeface="HiraKakuProN-W3"/>
                <a:sym typeface="HiraKakuProN-W3"/>
              </a:defRPr>
            </a:lvl4pPr>
            <a:lvl5pPr lvl="4" rtl="0" algn="ctr">
              <a:spcBef>
                <a:spcPts val="0"/>
              </a:spcBef>
              <a:spcAft>
                <a:spcPts val="0"/>
              </a:spcAft>
              <a:buNone/>
              <a:defRPr b="1" sz="7200">
                <a:solidFill>
                  <a:schemeClr val="dk1"/>
                </a:solidFill>
                <a:latin typeface="HiraKakuProN-W3"/>
                <a:ea typeface="HiraKakuProN-W3"/>
                <a:cs typeface="HiraKakuProN-W3"/>
                <a:sym typeface="HiraKakuProN-W3"/>
              </a:defRPr>
            </a:lvl5pPr>
            <a:lvl6pPr lvl="5" rtl="0" algn="ctr">
              <a:spcBef>
                <a:spcPts val="0"/>
              </a:spcBef>
              <a:spcAft>
                <a:spcPts val="0"/>
              </a:spcAft>
              <a:buNone/>
              <a:defRPr b="1" sz="7200">
                <a:solidFill>
                  <a:schemeClr val="dk1"/>
                </a:solidFill>
                <a:latin typeface="HiraKakuProN-W3"/>
                <a:ea typeface="HiraKakuProN-W3"/>
                <a:cs typeface="HiraKakuProN-W3"/>
                <a:sym typeface="HiraKakuProN-W3"/>
              </a:defRPr>
            </a:lvl6pPr>
            <a:lvl7pPr lvl="6" rtl="0" algn="ctr">
              <a:spcBef>
                <a:spcPts val="0"/>
              </a:spcBef>
              <a:spcAft>
                <a:spcPts val="0"/>
              </a:spcAft>
              <a:buNone/>
              <a:defRPr b="1" sz="7200">
                <a:solidFill>
                  <a:schemeClr val="dk1"/>
                </a:solidFill>
                <a:latin typeface="HiraKakuProN-W3"/>
                <a:ea typeface="HiraKakuProN-W3"/>
                <a:cs typeface="HiraKakuProN-W3"/>
                <a:sym typeface="HiraKakuProN-W3"/>
              </a:defRPr>
            </a:lvl7pPr>
            <a:lvl8pPr lvl="7" rtl="0" algn="ctr">
              <a:spcBef>
                <a:spcPts val="0"/>
              </a:spcBef>
              <a:spcAft>
                <a:spcPts val="0"/>
              </a:spcAft>
              <a:buNone/>
              <a:defRPr b="1" sz="7200">
                <a:solidFill>
                  <a:schemeClr val="dk1"/>
                </a:solidFill>
                <a:latin typeface="HiraKakuProN-W3"/>
                <a:ea typeface="HiraKakuProN-W3"/>
                <a:cs typeface="HiraKakuProN-W3"/>
                <a:sym typeface="HiraKakuProN-W3"/>
              </a:defRPr>
            </a:lvl8pPr>
            <a:lvl9pPr lvl="8" rtl="0" algn="ctr">
              <a:spcBef>
                <a:spcPts val="0"/>
              </a:spcBef>
              <a:spcAft>
                <a:spcPts val="0"/>
              </a:spcAft>
              <a:buNone/>
              <a:defRPr b="1" sz="7200">
                <a:solidFill>
                  <a:schemeClr val="dk1"/>
                </a:solidFill>
                <a:latin typeface="HiraKakuProN-W3"/>
                <a:ea typeface="HiraKakuProN-W3"/>
                <a:cs typeface="HiraKakuProN-W3"/>
                <a:sym typeface="HiraKakuProN-W3"/>
              </a:defRPr>
            </a:lvl9pPr>
          </a:lstStyle>
          <a:p/>
        </p:txBody>
      </p:sp>
      <p:pic>
        <p:nvPicPr>
          <p:cNvPr id="36" name="Google Shape;36;p7"/>
          <p:cNvPicPr preferRelativeResize="0"/>
          <p:nvPr/>
        </p:nvPicPr>
        <p:blipFill rotWithShape="1">
          <a:blip r:embed="rId4">
            <a:alphaModFix/>
          </a:blip>
          <a:srcRect b="0" l="0" r="39874" t="0"/>
          <a:stretch/>
        </p:blipFill>
        <p:spPr>
          <a:xfrm>
            <a:off x="7521400" y="8458520"/>
            <a:ext cx="3245201" cy="75459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目次 1">
  <p:cSld name="CUSTOM_6_1">
    <p:spTree>
      <p:nvGrpSpPr>
        <p:cNvPr id="37" name="Shape 37"/>
        <p:cNvGrpSpPr/>
        <p:nvPr/>
      </p:nvGrpSpPr>
      <p:grpSpPr>
        <a:xfrm>
          <a:off x="0" y="0"/>
          <a:ext cx="0" cy="0"/>
          <a:chOff x="0" y="0"/>
          <a:chExt cx="0" cy="0"/>
        </a:xfrm>
      </p:grpSpPr>
      <p:sp>
        <p:nvSpPr>
          <p:cNvPr id="38" name="Google Shape;38;p8"/>
          <p:cNvSpPr/>
          <p:nvPr/>
        </p:nvSpPr>
        <p:spPr>
          <a:xfrm>
            <a:off x="250" y="-4800"/>
            <a:ext cx="6423000" cy="10294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 name="Google Shape;39;p8"/>
          <p:cNvPicPr preferRelativeResize="0"/>
          <p:nvPr/>
        </p:nvPicPr>
        <p:blipFill>
          <a:blip r:embed="rId2">
            <a:alphaModFix amt="5000"/>
          </a:blip>
          <a:stretch>
            <a:fillRect/>
          </a:stretch>
        </p:blipFill>
        <p:spPr>
          <a:xfrm>
            <a:off x="-4320000" y="-256455"/>
            <a:ext cx="12672960" cy="10798107"/>
          </a:xfrm>
          <a:prstGeom prst="rect">
            <a:avLst/>
          </a:prstGeom>
          <a:noFill/>
          <a:ln>
            <a:noFill/>
          </a:ln>
        </p:spPr>
      </p:pic>
      <p:sp>
        <p:nvSpPr>
          <p:cNvPr id="40" name="Google Shape;40;p8"/>
          <p:cNvSpPr txBox="1"/>
          <p:nvPr>
            <p:ph idx="1" type="subTitle"/>
          </p:nvPr>
        </p:nvSpPr>
        <p:spPr>
          <a:xfrm>
            <a:off x="810000" y="1903167"/>
            <a:ext cx="5040000" cy="64788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None/>
              <a:defRPr b="1" sz="4800">
                <a:solidFill>
                  <a:schemeClr val="dk1"/>
                </a:solidFill>
                <a:latin typeface="HiraKakuProN-W3"/>
                <a:ea typeface="HiraKakuProN-W3"/>
                <a:cs typeface="HiraKakuProN-W3"/>
                <a:sym typeface="HiraKakuProN-W3"/>
              </a:defRPr>
            </a:lvl1pPr>
            <a:lvl2pPr lvl="1" rtl="0">
              <a:spcBef>
                <a:spcPts val="0"/>
              </a:spcBef>
              <a:spcAft>
                <a:spcPts val="0"/>
              </a:spcAft>
              <a:buNone/>
              <a:defRPr b="1">
                <a:solidFill>
                  <a:schemeClr val="dk1"/>
                </a:solidFill>
              </a:defRPr>
            </a:lvl2pPr>
            <a:lvl3pPr lvl="2" rtl="0">
              <a:spcBef>
                <a:spcPts val="0"/>
              </a:spcBef>
              <a:spcAft>
                <a:spcPts val="0"/>
              </a:spcAft>
              <a:buNone/>
              <a:defRPr b="1">
                <a:solidFill>
                  <a:schemeClr val="dk1"/>
                </a:solidFill>
              </a:defRPr>
            </a:lvl3pPr>
            <a:lvl4pPr lvl="3" rtl="0">
              <a:spcBef>
                <a:spcPts val="0"/>
              </a:spcBef>
              <a:spcAft>
                <a:spcPts val="0"/>
              </a:spcAft>
              <a:buNone/>
              <a:defRPr b="1">
                <a:solidFill>
                  <a:schemeClr val="dk1"/>
                </a:solidFill>
              </a:defRPr>
            </a:lvl4pPr>
            <a:lvl5pPr lvl="4" rtl="0">
              <a:spcBef>
                <a:spcPts val="0"/>
              </a:spcBef>
              <a:spcAft>
                <a:spcPts val="0"/>
              </a:spcAft>
              <a:buNone/>
              <a:defRPr b="1">
                <a:solidFill>
                  <a:schemeClr val="dk1"/>
                </a:solidFill>
              </a:defRPr>
            </a:lvl5pPr>
            <a:lvl6pPr lvl="5" rtl="0">
              <a:spcBef>
                <a:spcPts val="0"/>
              </a:spcBef>
              <a:spcAft>
                <a:spcPts val="0"/>
              </a:spcAft>
              <a:buNone/>
              <a:defRPr b="1">
                <a:solidFill>
                  <a:schemeClr val="dk1"/>
                </a:solidFill>
              </a:defRPr>
            </a:lvl6pPr>
            <a:lvl7pPr lvl="6" rtl="0">
              <a:spcBef>
                <a:spcPts val="0"/>
              </a:spcBef>
              <a:spcAft>
                <a:spcPts val="0"/>
              </a:spcAft>
              <a:buNone/>
              <a:defRPr b="1">
                <a:solidFill>
                  <a:schemeClr val="dk1"/>
                </a:solidFill>
              </a:defRPr>
            </a:lvl7pPr>
            <a:lvl8pPr lvl="7" rtl="0">
              <a:spcBef>
                <a:spcPts val="0"/>
              </a:spcBef>
              <a:spcAft>
                <a:spcPts val="0"/>
              </a:spcAft>
              <a:buNone/>
              <a:defRPr b="1">
                <a:solidFill>
                  <a:schemeClr val="dk1"/>
                </a:solidFill>
              </a:defRPr>
            </a:lvl8pPr>
            <a:lvl9pPr lvl="8" rtl="0">
              <a:spcBef>
                <a:spcPts val="0"/>
              </a:spcBef>
              <a:spcAft>
                <a:spcPts val="0"/>
              </a:spcAft>
              <a:buNone/>
              <a:defRPr b="1">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通常スライド">
  <p:cSld name="CUSTOM_8_1">
    <p:spTree>
      <p:nvGrpSpPr>
        <p:cNvPr id="41" name="Shape 41"/>
        <p:cNvGrpSpPr/>
        <p:nvPr/>
      </p:nvGrpSpPr>
      <p:grpSpPr>
        <a:xfrm>
          <a:off x="0" y="0"/>
          <a:ext cx="0" cy="0"/>
          <a:chOff x="0" y="0"/>
          <a:chExt cx="0" cy="0"/>
        </a:xfrm>
      </p:grpSpPr>
      <p:sp>
        <p:nvSpPr>
          <p:cNvPr id="42" name="Google Shape;42;p9"/>
          <p:cNvSpPr/>
          <p:nvPr/>
        </p:nvSpPr>
        <p:spPr>
          <a:xfrm>
            <a:off x="-50" y="9464400"/>
            <a:ext cx="18288000" cy="820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9"/>
          <p:cNvSpPr txBox="1"/>
          <p:nvPr>
            <p:ph idx="12" type="sldNum"/>
          </p:nvPr>
        </p:nvSpPr>
        <p:spPr>
          <a:xfrm>
            <a:off x="16276200" y="9524100"/>
            <a:ext cx="1097400" cy="701400"/>
          </a:xfrm>
          <a:prstGeom prst="rect">
            <a:avLst/>
          </a:prstGeom>
        </p:spPr>
        <p:txBody>
          <a:bodyPr anchorCtr="0" anchor="ctr" bIns="167600" lIns="167600" spcFirstLastPara="1" rIns="167600" wrap="square" tIns="167600">
            <a:noAutofit/>
          </a:bodyPr>
          <a:lstStyle>
            <a:lvl1pPr lvl="0" rtl="0">
              <a:buNone/>
              <a:defRPr b="1"/>
            </a:lvl1pPr>
            <a:lvl2pPr lvl="1" rtl="0">
              <a:buNone/>
              <a:defRPr b="1"/>
            </a:lvl2pPr>
            <a:lvl3pPr lvl="2" rtl="0">
              <a:buNone/>
              <a:defRPr b="1"/>
            </a:lvl3pPr>
            <a:lvl4pPr lvl="3" rtl="0">
              <a:buNone/>
              <a:defRPr b="1"/>
            </a:lvl4pPr>
            <a:lvl5pPr lvl="4" rtl="0">
              <a:buNone/>
              <a:defRPr b="1"/>
            </a:lvl5pPr>
            <a:lvl6pPr lvl="5" rtl="0">
              <a:buNone/>
              <a:defRPr b="1"/>
            </a:lvl6pPr>
            <a:lvl7pPr lvl="6" rtl="0">
              <a:buNone/>
              <a:defRPr b="1"/>
            </a:lvl7pPr>
            <a:lvl8pPr lvl="7" rtl="0">
              <a:buNone/>
              <a:defRPr b="1"/>
            </a:lvl8pPr>
            <a:lvl9pPr lvl="8" rtl="0">
              <a:buNone/>
              <a:defRPr b="1"/>
            </a:lvl9pPr>
          </a:lstStyle>
          <a:p>
            <a:pPr indent="0" lvl="0" marL="0" rtl="0" algn="r">
              <a:spcBef>
                <a:spcPts val="0"/>
              </a:spcBef>
              <a:spcAft>
                <a:spcPts val="0"/>
              </a:spcAft>
              <a:buNone/>
            </a:pPr>
            <a:fld id="{00000000-1234-1234-1234-123412341234}" type="slidenum">
              <a:rPr lang="ja"/>
              <a:t>‹#›</a:t>
            </a:fld>
            <a:endParaRPr/>
          </a:p>
        </p:txBody>
      </p:sp>
      <p:sp>
        <p:nvSpPr>
          <p:cNvPr id="44" name="Google Shape;44;p9"/>
          <p:cNvSpPr txBox="1"/>
          <p:nvPr>
            <p:ph idx="1" type="subTitle"/>
          </p:nvPr>
        </p:nvSpPr>
        <p:spPr>
          <a:xfrm>
            <a:off x="810000" y="392181"/>
            <a:ext cx="16668000" cy="7872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None/>
              <a:defRPr b="1" sz="4800">
                <a:solidFill>
                  <a:schemeClr val="lt2"/>
                </a:solidFill>
                <a:latin typeface="HiraKakuProN-W3"/>
                <a:ea typeface="HiraKakuProN-W3"/>
                <a:cs typeface="HiraKakuProN-W3"/>
                <a:sym typeface="HiraKakuProN-W3"/>
              </a:defRPr>
            </a:lvl1pPr>
            <a:lvl2pPr lvl="1" rtl="0">
              <a:spcBef>
                <a:spcPts val="0"/>
              </a:spcBef>
              <a:spcAft>
                <a:spcPts val="0"/>
              </a:spcAft>
              <a:buNone/>
              <a:defRPr sz="4600">
                <a:solidFill>
                  <a:schemeClr val="lt2"/>
                </a:solidFill>
              </a:defRPr>
            </a:lvl2pPr>
            <a:lvl3pPr lvl="2" rtl="0">
              <a:spcBef>
                <a:spcPts val="0"/>
              </a:spcBef>
              <a:spcAft>
                <a:spcPts val="0"/>
              </a:spcAft>
              <a:buNone/>
              <a:defRPr sz="4600">
                <a:solidFill>
                  <a:schemeClr val="lt2"/>
                </a:solidFill>
              </a:defRPr>
            </a:lvl3pPr>
            <a:lvl4pPr lvl="3" rtl="0">
              <a:spcBef>
                <a:spcPts val="0"/>
              </a:spcBef>
              <a:spcAft>
                <a:spcPts val="0"/>
              </a:spcAft>
              <a:buNone/>
              <a:defRPr sz="4600">
                <a:solidFill>
                  <a:schemeClr val="lt2"/>
                </a:solidFill>
              </a:defRPr>
            </a:lvl4pPr>
            <a:lvl5pPr lvl="4" rtl="0">
              <a:spcBef>
                <a:spcPts val="0"/>
              </a:spcBef>
              <a:spcAft>
                <a:spcPts val="0"/>
              </a:spcAft>
              <a:buNone/>
              <a:defRPr sz="4600">
                <a:solidFill>
                  <a:schemeClr val="lt2"/>
                </a:solidFill>
              </a:defRPr>
            </a:lvl5pPr>
            <a:lvl6pPr lvl="5" rtl="0">
              <a:spcBef>
                <a:spcPts val="0"/>
              </a:spcBef>
              <a:spcAft>
                <a:spcPts val="0"/>
              </a:spcAft>
              <a:buNone/>
              <a:defRPr sz="4600">
                <a:solidFill>
                  <a:schemeClr val="lt2"/>
                </a:solidFill>
              </a:defRPr>
            </a:lvl6pPr>
            <a:lvl7pPr lvl="6" rtl="0">
              <a:spcBef>
                <a:spcPts val="0"/>
              </a:spcBef>
              <a:spcAft>
                <a:spcPts val="0"/>
              </a:spcAft>
              <a:buNone/>
              <a:defRPr sz="4600">
                <a:solidFill>
                  <a:schemeClr val="lt2"/>
                </a:solidFill>
              </a:defRPr>
            </a:lvl7pPr>
            <a:lvl8pPr lvl="7" rtl="0">
              <a:spcBef>
                <a:spcPts val="0"/>
              </a:spcBef>
              <a:spcAft>
                <a:spcPts val="0"/>
              </a:spcAft>
              <a:buNone/>
              <a:defRPr sz="4600">
                <a:solidFill>
                  <a:schemeClr val="lt2"/>
                </a:solidFill>
              </a:defRPr>
            </a:lvl8pPr>
            <a:lvl9pPr lvl="8" rtl="0">
              <a:spcBef>
                <a:spcPts val="0"/>
              </a:spcBef>
              <a:spcAft>
                <a:spcPts val="0"/>
              </a:spcAft>
              <a:buNone/>
              <a:defRPr sz="4600">
                <a:solidFill>
                  <a:schemeClr val="lt2"/>
                </a:solidFill>
              </a:defRPr>
            </a:lvl9pPr>
          </a:lstStyle>
          <a:p/>
        </p:txBody>
      </p:sp>
      <p:cxnSp>
        <p:nvCxnSpPr>
          <p:cNvPr id="45" name="Google Shape;45;p9"/>
          <p:cNvCxnSpPr/>
          <p:nvPr/>
        </p:nvCxnSpPr>
        <p:spPr>
          <a:xfrm>
            <a:off x="914400" y="1335591"/>
            <a:ext cx="2069400" cy="0"/>
          </a:xfrm>
          <a:prstGeom prst="straightConnector1">
            <a:avLst/>
          </a:prstGeom>
          <a:noFill/>
          <a:ln cap="flat" cmpd="sng" w="76200">
            <a:solidFill>
              <a:schemeClr val="accent1"/>
            </a:solidFill>
            <a:prstDash val="solid"/>
            <a:round/>
            <a:headEnd len="med" w="med" type="none"/>
            <a:tailEnd len="med" w="med" type="none"/>
          </a:ln>
        </p:spPr>
      </p:cxnSp>
      <p:cxnSp>
        <p:nvCxnSpPr>
          <p:cNvPr id="46" name="Google Shape;46;p9"/>
          <p:cNvCxnSpPr/>
          <p:nvPr/>
        </p:nvCxnSpPr>
        <p:spPr>
          <a:xfrm>
            <a:off x="2973600" y="1335591"/>
            <a:ext cx="14400000" cy="42000"/>
          </a:xfrm>
          <a:prstGeom prst="straightConnector1">
            <a:avLst/>
          </a:prstGeom>
          <a:noFill/>
          <a:ln cap="flat" cmpd="sng" w="76200">
            <a:solidFill>
              <a:schemeClr val="dk2"/>
            </a:solidFill>
            <a:prstDash val="solid"/>
            <a:round/>
            <a:headEnd len="med" w="med" type="none"/>
            <a:tailEnd len="med" w="med" type="none"/>
          </a:ln>
        </p:spPr>
      </p:cxnSp>
      <p:pic>
        <p:nvPicPr>
          <p:cNvPr id="47" name="Google Shape;47;p9"/>
          <p:cNvPicPr preferRelativeResize="0"/>
          <p:nvPr/>
        </p:nvPicPr>
        <p:blipFill>
          <a:blip r:embed="rId2">
            <a:alphaModFix/>
          </a:blip>
          <a:stretch>
            <a:fillRect/>
          </a:stretch>
        </p:blipFill>
        <p:spPr>
          <a:xfrm>
            <a:off x="914400" y="9680500"/>
            <a:ext cx="3796284" cy="53083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17113568" y="9498039"/>
            <a:ext cx="1097400" cy="787500"/>
          </a:xfrm>
          <a:prstGeom prst="rect">
            <a:avLst/>
          </a:prstGeom>
          <a:noFill/>
          <a:ln>
            <a:noFill/>
          </a:ln>
        </p:spPr>
        <p:txBody>
          <a:bodyPr anchorCtr="0" anchor="t" bIns="167600" lIns="167600" spcFirstLastPara="1" rIns="167600" wrap="square" tIns="167600">
            <a:noAutofit/>
          </a:bodyPr>
          <a:lstStyle>
            <a:lvl1pPr lvl="0" algn="r">
              <a:buNone/>
              <a:defRPr sz="2400">
                <a:solidFill>
                  <a:schemeClr val="tx1"/>
                </a:solidFill>
              </a:defRPr>
            </a:lvl1pPr>
            <a:lvl2pPr lvl="1" algn="r">
              <a:buNone/>
              <a:defRPr sz="2400">
                <a:solidFill>
                  <a:schemeClr val="tx1"/>
                </a:solidFill>
              </a:defRPr>
            </a:lvl2pPr>
            <a:lvl3pPr lvl="2" algn="r">
              <a:buNone/>
              <a:defRPr sz="2400">
                <a:solidFill>
                  <a:schemeClr val="tx1"/>
                </a:solidFill>
              </a:defRPr>
            </a:lvl3pPr>
            <a:lvl4pPr lvl="3" algn="r">
              <a:buNone/>
              <a:defRPr sz="2400">
                <a:solidFill>
                  <a:schemeClr val="tx1"/>
                </a:solidFill>
              </a:defRPr>
            </a:lvl4pPr>
            <a:lvl5pPr lvl="4" algn="r">
              <a:buNone/>
              <a:defRPr sz="2400">
                <a:solidFill>
                  <a:schemeClr val="tx1"/>
                </a:solidFill>
              </a:defRPr>
            </a:lvl5pPr>
            <a:lvl6pPr lvl="5" algn="r">
              <a:buNone/>
              <a:defRPr sz="2400">
                <a:solidFill>
                  <a:schemeClr val="tx1"/>
                </a:solidFill>
              </a:defRPr>
            </a:lvl6pPr>
            <a:lvl7pPr lvl="6" algn="r">
              <a:buNone/>
              <a:defRPr sz="2400">
                <a:solidFill>
                  <a:schemeClr val="tx1"/>
                </a:solidFill>
              </a:defRPr>
            </a:lvl7pPr>
            <a:lvl8pPr lvl="7" algn="r">
              <a:buNone/>
              <a:defRPr sz="2400">
                <a:solidFill>
                  <a:schemeClr val="tx1"/>
                </a:solidFill>
              </a:defRPr>
            </a:lvl8pPr>
            <a:lvl9pPr lvl="8" algn="r">
              <a:buNone/>
              <a:defRPr sz="2400">
                <a:solidFill>
                  <a:schemeClr val="tx1"/>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76">
          <p15:clr>
            <a:srgbClr val="FF0000"/>
          </p15:clr>
        </p15:guide>
        <p15:guide id="2" pos="10944">
          <p15:clr>
            <a:srgbClr val="FF0000"/>
          </p15:clr>
        </p15:guide>
        <p15:guide id="3" orient="horz" pos="649">
          <p15:clr>
            <a:srgbClr val="FF0000"/>
          </p15:clr>
        </p15:guide>
        <p15:guide id="4" orient="horz" pos="5962">
          <p15:clr>
            <a:srgbClr val="FF0000"/>
          </p15:clr>
        </p15:guide>
        <p15:guide id="5" orient="horz" pos="841">
          <p15:clr>
            <a:srgbClr val="FF0000"/>
          </p15:clr>
        </p15:guide>
        <p15:guide id="6" orient="horz" pos="5767">
          <p15:clr>
            <a:srgbClr val="FF0000"/>
          </p15:clr>
        </p15:guide>
        <p15:guide id="7" orient="horz" pos="1036">
          <p15:clr>
            <a:srgbClr val="FF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0"/>
          <p:cNvSpPr txBox="1"/>
          <p:nvPr/>
        </p:nvSpPr>
        <p:spPr>
          <a:xfrm>
            <a:off x="914400" y="916225"/>
            <a:ext cx="16459200" cy="11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6000">
                <a:solidFill>
                  <a:schemeClr val="lt2"/>
                </a:solidFill>
              </a:rPr>
              <a:t>スライド作成時の注意点</a:t>
            </a:r>
            <a:endParaRPr b="1" sz="6000">
              <a:solidFill>
                <a:schemeClr val="lt2"/>
              </a:solidFill>
            </a:endParaRPr>
          </a:p>
        </p:txBody>
      </p:sp>
      <p:sp>
        <p:nvSpPr>
          <p:cNvPr id="53" name="Google Shape;53;p10"/>
          <p:cNvSpPr txBox="1"/>
          <p:nvPr/>
        </p:nvSpPr>
        <p:spPr>
          <a:xfrm>
            <a:off x="914400" y="2668825"/>
            <a:ext cx="16459200" cy="6243600"/>
          </a:xfrm>
          <a:prstGeom prst="rect">
            <a:avLst/>
          </a:prstGeom>
          <a:noFill/>
          <a:ln>
            <a:noFill/>
          </a:ln>
        </p:spPr>
        <p:txBody>
          <a:bodyPr anchorCtr="0" anchor="ctr" bIns="91425" lIns="91425" spcFirstLastPara="1" rIns="91425" wrap="square" tIns="91425">
            <a:noAutofit/>
          </a:bodyPr>
          <a:lstStyle/>
          <a:p>
            <a:pPr indent="-457200" lvl="0" marL="457200" rtl="0" algn="l">
              <a:lnSpc>
                <a:spcPct val="150000"/>
              </a:lnSpc>
              <a:spcBef>
                <a:spcPts val="0"/>
              </a:spcBef>
              <a:spcAft>
                <a:spcPts val="0"/>
              </a:spcAft>
              <a:buClr>
                <a:schemeClr val="lt2"/>
              </a:buClr>
              <a:buSzPts val="3600"/>
              <a:buChar char="●"/>
            </a:pPr>
            <a:r>
              <a:rPr b="1" lang="ja" sz="3600">
                <a:solidFill>
                  <a:schemeClr val="lt2"/>
                </a:solidFill>
              </a:rPr>
              <a:t>必ずこの雛形をコピーしてスライド作成してください</a:t>
            </a:r>
            <a:endParaRPr b="1" sz="3600">
              <a:solidFill>
                <a:schemeClr val="lt2"/>
              </a:solidFill>
            </a:endParaRPr>
          </a:p>
          <a:p>
            <a:pPr indent="-457200" lvl="0" marL="457200" rtl="0" algn="l">
              <a:lnSpc>
                <a:spcPct val="150000"/>
              </a:lnSpc>
              <a:spcBef>
                <a:spcPts val="0"/>
              </a:spcBef>
              <a:spcAft>
                <a:spcPts val="0"/>
              </a:spcAft>
              <a:buClr>
                <a:schemeClr val="lt2"/>
              </a:buClr>
              <a:buSzPts val="3600"/>
              <a:buChar char="●"/>
            </a:pPr>
            <a:r>
              <a:rPr b="1" lang="ja" sz="3600">
                <a:solidFill>
                  <a:schemeClr val="lt2"/>
                </a:solidFill>
              </a:rPr>
              <a:t>適宜スライドを増やしたり、体裁を整えてもらってOKです</a:t>
            </a:r>
            <a:endParaRPr b="1" sz="3600">
              <a:solidFill>
                <a:schemeClr val="lt2"/>
              </a:solidFill>
            </a:endParaRPr>
          </a:p>
          <a:p>
            <a:pPr indent="-457200" lvl="0" marL="457200" rtl="0" algn="l">
              <a:lnSpc>
                <a:spcPct val="150000"/>
              </a:lnSpc>
              <a:spcBef>
                <a:spcPts val="0"/>
              </a:spcBef>
              <a:spcAft>
                <a:spcPts val="0"/>
              </a:spcAft>
              <a:buClr>
                <a:schemeClr val="lt2"/>
              </a:buClr>
              <a:buSzPts val="3600"/>
              <a:buChar char="●"/>
            </a:pPr>
            <a:r>
              <a:rPr b="1" lang="ja" sz="3600">
                <a:solidFill>
                  <a:schemeClr val="lt2"/>
                </a:solidFill>
              </a:rPr>
              <a:t>タイトルスライドの「受講期・氏名」は適切なものに編集してください</a:t>
            </a:r>
            <a:endParaRPr b="1" sz="3600">
              <a:solidFill>
                <a:schemeClr val="lt2"/>
              </a:solidFill>
            </a:endParaRPr>
          </a:p>
          <a:p>
            <a:pPr indent="-457200" lvl="0" marL="457200" rtl="0" algn="l">
              <a:lnSpc>
                <a:spcPct val="150000"/>
              </a:lnSpc>
              <a:spcBef>
                <a:spcPts val="0"/>
              </a:spcBef>
              <a:spcAft>
                <a:spcPts val="0"/>
              </a:spcAft>
              <a:buClr>
                <a:schemeClr val="lt2"/>
              </a:buClr>
              <a:buSzPts val="3600"/>
              <a:buChar char="●"/>
            </a:pPr>
            <a:r>
              <a:rPr b="1" lang="ja" sz="3600">
                <a:solidFill>
                  <a:schemeClr val="lt2"/>
                </a:solidFill>
              </a:rPr>
              <a:t>見づらくならないようにフォントサイズに注意してください</a:t>
            </a:r>
            <a:endParaRPr b="1" sz="3600">
              <a:solidFill>
                <a:schemeClr val="lt2"/>
              </a:solidFill>
            </a:endParaRPr>
          </a:p>
          <a:p>
            <a:pPr indent="0" lvl="0" marL="457200" rtl="0" algn="l">
              <a:lnSpc>
                <a:spcPct val="150000"/>
              </a:lnSpc>
              <a:spcBef>
                <a:spcPts val="0"/>
              </a:spcBef>
              <a:spcAft>
                <a:spcPts val="0"/>
              </a:spcAft>
              <a:buNone/>
            </a:pPr>
            <a:r>
              <a:rPr b="1" lang="ja" sz="3600">
                <a:solidFill>
                  <a:schemeClr val="lt2"/>
                </a:solidFill>
              </a:rPr>
              <a:t>（36以上であれば問題ないです）</a:t>
            </a:r>
            <a:endParaRPr b="1" sz="3600">
              <a:solidFill>
                <a:schemeClr val="l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376B"/>
        </a:solidFill>
      </p:bgPr>
    </p:bg>
    <p:spTree>
      <p:nvGrpSpPr>
        <p:cNvPr id="57" name="Shape 57"/>
        <p:cNvGrpSpPr/>
        <p:nvPr/>
      </p:nvGrpSpPr>
      <p:grpSpPr>
        <a:xfrm>
          <a:off x="0" y="0"/>
          <a:ext cx="0" cy="0"/>
          <a:chOff x="0" y="0"/>
          <a:chExt cx="0" cy="0"/>
        </a:xfrm>
      </p:grpSpPr>
      <p:sp>
        <p:nvSpPr>
          <p:cNvPr id="58" name="Google Shape;58;p11"/>
          <p:cNvSpPr txBox="1"/>
          <p:nvPr/>
        </p:nvSpPr>
        <p:spPr>
          <a:xfrm>
            <a:off x="2865600" y="3600250"/>
            <a:ext cx="12556800" cy="182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800">
                <a:solidFill>
                  <a:srgbClr val="FFFFFF"/>
                </a:solidFill>
                <a:latin typeface="HiraKakuProN-W3"/>
                <a:ea typeface="HiraKakuProN-W3"/>
                <a:cs typeface="HiraKakuProN-W3"/>
                <a:sym typeface="HiraKakuProN-W3"/>
              </a:rPr>
              <a:t>オリジナルアプリ企画書</a:t>
            </a:r>
            <a:endParaRPr b="1" sz="8800">
              <a:solidFill>
                <a:srgbClr val="FFFFFF"/>
              </a:solidFill>
              <a:latin typeface="HiraKakuProN-W3"/>
              <a:ea typeface="HiraKakuProN-W3"/>
              <a:cs typeface="HiraKakuProN-W3"/>
              <a:sym typeface="HiraKakuProN-W3"/>
            </a:endParaRPr>
          </a:p>
        </p:txBody>
      </p:sp>
      <p:sp>
        <p:nvSpPr>
          <p:cNvPr id="59" name="Google Shape;59;p11"/>
          <p:cNvSpPr txBox="1"/>
          <p:nvPr/>
        </p:nvSpPr>
        <p:spPr>
          <a:xfrm>
            <a:off x="3381300" y="6011825"/>
            <a:ext cx="11525400" cy="182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4800">
                <a:solidFill>
                  <a:schemeClr val="dk1"/>
                </a:solidFill>
                <a:latin typeface="HiraKakuProN-W3"/>
                <a:ea typeface="HiraKakuProN-W3"/>
                <a:cs typeface="HiraKakuProN-W3"/>
                <a:sym typeface="HiraKakuProN-W3"/>
              </a:rPr>
              <a:t>150期 短期 オンライン</a:t>
            </a:r>
            <a:endParaRPr b="1" sz="4800">
              <a:solidFill>
                <a:schemeClr val="dk1"/>
              </a:solidFill>
              <a:latin typeface="HiraKakuProN-W3"/>
              <a:ea typeface="HiraKakuProN-W3"/>
              <a:cs typeface="HiraKakuProN-W3"/>
              <a:sym typeface="HiraKakuProN-W3"/>
            </a:endParaRPr>
          </a:p>
          <a:p>
            <a:pPr indent="0" lvl="0" marL="0" rtl="0" algn="ctr">
              <a:spcBef>
                <a:spcPts val="0"/>
              </a:spcBef>
              <a:spcAft>
                <a:spcPts val="0"/>
              </a:spcAft>
              <a:buNone/>
            </a:pPr>
            <a:r>
              <a:rPr b="1" lang="ja" sz="4800">
                <a:solidFill>
                  <a:schemeClr val="dk1"/>
                </a:solidFill>
                <a:latin typeface="HiraKakuProN-W3"/>
                <a:ea typeface="HiraKakuProN-W3"/>
                <a:cs typeface="HiraKakuProN-W3"/>
                <a:sym typeface="HiraKakuProN-W3"/>
              </a:rPr>
              <a:t>山田太郎</a:t>
            </a:r>
            <a:endParaRPr b="1" sz="4800">
              <a:solidFill>
                <a:schemeClr val="dk1"/>
              </a:solidFill>
              <a:latin typeface="HiraKakuProN-W3"/>
              <a:ea typeface="HiraKakuProN-W3"/>
              <a:cs typeface="HiraKakuProN-W3"/>
              <a:sym typeface="HiraKakuProN-W3"/>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2"/>
          <p:cNvSpPr txBox="1"/>
          <p:nvPr/>
        </p:nvSpPr>
        <p:spPr>
          <a:xfrm>
            <a:off x="914400" y="916225"/>
            <a:ext cx="16459200" cy="11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4800">
                <a:solidFill>
                  <a:schemeClr val="lt2"/>
                </a:solidFill>
              </a:rPr>
              <a:t>オリジナルアプリの概要</a:t>
            </a:r>
            <a:endParaRPr b="1" sz="4800">
              <a:solidFill>
                <a:schemeClr val="lt2"/>
              </a:solidFill>
            </a:endParaRPr>
          </a:p>
        </p:txBody>
      </p:sp>
      <p:sp>
        <p:nvSpPr>
          <p:cNvPr id="65" name="Google Shape;65;p12"/>
          <p:cNvSpPr txBox="1"/>
          <p:nvPr/>
        </p:nvSpPr>
        <p:spPr>
          <a:xfrm>
            <a:off x="822750" y="2911200"/>
            <a:ext cx="16642500" cy="6243600"/>
          </a:xfrm>
          <a:prstGeom prst="rect">
            <a:avLst/>
          </a:prstGeom>
          <a:no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b="1" lang="ja" sz="3600">
                <a:solidFill>
                  <a:schemeClr val="dk2"/>
                </a:solidFill>
              </a:rPr>
              <a:t>※オリジナルアプリの概要を記載しましょう(構想段階の人も記載しましょう)</a:t>
            </a:r>
            <a:endParaRPr b="1" sz="3600">
              <a:solidFill>
                <a:schemeClr val="dk2"/>
              </a:solidFill>
            </a:endParaRPr>
          </a:p>
          <a:p>
            <a:pPr indent="457200" lvl="0" marL="457200" rtl="0" algn="l">
              <a:lnSpc>
                <a:spcPct val="115000"/>
              </a:lnSpc>
              <a:spcBef>
                <a:spcPts val="0"/>
              </a:spcBef>
              <a:spcAft>
                <a:spcPts val="0"/>
              </a:spcAft>
              <a:buNone/>
            </a:pPr>
            <a:r>
              <a:rPr b="1" lang="ja" sz="3600">
                <a:solidFill>
                  <a:schemeClr val="dk2"/>
                </a:solidFill>
              </a:rPr>
              <a:t>例）このオリジナルアプリ</a:t>
            </a:r>
            <a:r>
              <a:rPr b="1" lang="ja" sz="3600">
                <a:solidFill>
                  <a:schemeClr val="dk2"/>
                </a:solidFill>
              </a:rPr>
              <a:t>は、「解決したい課題」を解決したい「ターゲットユーザーの特徴」向けの、「オリジナルアプリを一言で」です。</a:t>
            </a:r>
            <a:endParaRPr b="1" sz="3600">
              <a:solidFill>
                <a:schemeClr val="dk2"/>
              </a:solidFill>
            </a:endParaRPr>
          </a:p>
          <a:p>
            <a:pPr indent="457200" lvl="0" marL="457200" rtl="0" algn="l">
              <a:lnSpc>
                <a:spcPct val="115000"/>
              </a:lnSpc>
              <a:spcBef>
                <a:spcPts val="0"/>
              </a:spcBef>
              <a:spcAft>
                <a:spcPts val="0"/>
              </a:spcAft>
              <a:buNone/>
            </a:pPr>
            <a:r>
              <a:t/>
            </a:r>
            <a:endParaRPr b="1" sz="36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3"/>
          <p:cNvSpPr txBox="1"/>
          <p:nvPr/>
        </p:nvSpPr>
        <p:spPr>
          <a:xfrm>
            <a:off x="914400" y="916225"/>
            <a:ext cx="16459200" cy="11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4800">
                <a:solidFill>
                  <a:schemeClr val="lt2"/>
                </a:solidFill>
              </a:rPr>
              <a:t>なぜこの課題を取り上げたのか</a:t>
            </a:r>
            <a:endParaRPr b="1" sz="4800">
              <a:solidFill>
                <a:schemeClr val="lt2"/>
              </a:solidFill>
            </a:endParaRPr>
          </a:p>
        </p:txBody>
      </p:sp>
      <p:sp>
        <p:nvSpPr>
          <p:cNvPr id="71" name="Google Shape;71;p13"/>
          <p:cNvSpPr txBox="1"/>
          <p:nvPr/>
        </p:nvSpPr>
        <p:spPr>
          <a:xfrm>
            <a:off x="822750" y="2911200"/>
            <a:ext cx="16642500" cy="6243600"/>
          </a:xfrm>
          <a:prstGeom prst="rect">
            <a:avLst/>
          </a:prstGeom>
          <a:no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b="1" lang="ja" sz="3600">
                <a:solidFill>
                  <a:schemeClr val="dk2"/>
                </a:solidFill>
              </a:rPr>
              <a:t>※</a:t>
            </a:r>
            <a:r>
              <a:rPr b="1" lang="ja" sz="3600">
                <a:solidFill>
                  <a:schemeClr val="dk2"/>
                </a:solidFill>
              </a:rPr>
              <a:t>解決したい課題を決めた理由</a:t>
            </a:r>
            <a:r>
              <a:rPr b="1" lang="ja" sz="3600">
                <a:solidFill>
                  <a:schemeClr val="dk2"/>
                </a:solidFill>
              </a:rPr>
              <a:t>を記載しましょう(構想段階の人も記載しましょう)</a:t>
            </a:r>
            <a:endParaRPr b="1" sz="3600">
              <a:solidFill>
                <a:schemeClr val="dk2"/>
              </a:solidFill>
            </a:endParaRPr>
          </a:p>
          <a:p>
            <a:pPr indent="457200" lvl="0" marL="457200" rtl="0" algn="l">
              <a:lnSpc>
                <a:spcPct val="115000"/>
              </a:lnSpc>
              <a:spcBef>
                <a:spcPts val="0"/>
              </a:spcBef>
              <a:spcAft>
                <a:spcPts val="0"/>
              </a:spcAft>
              <a:buNone/>
            </a:pPr>
            <a:r>
              <a:t/>
            </a:r>
            <a:endParaRPr b="1" sz="36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nvSpPr>
        <p:spPr>
          <a:xfrm>
            <a:off x="914400" y="916225"/>
            <a:ext cx="16459200" cy="11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4800">
                <a:solidFill>
                  <a:schemeClr val="lt2"/>
                </a:solidFill>
              </a:rPr>
              <a:t>他に考慮した解決策</a:t>
            </a:r>
            <a:endParaRPr b="1" sz="4800">
              <a:solidFill>
                <a:schemeClr val="lt2"/>
              </a:solidFill>
            </a:endParaRPr>
          </a:p>
        </p:txBody>
      </p:sp>
      <p:sp>
        <p:nvSpPr>
          <p:cNvPr id="77" name="Google Shape;77;p14"/>
          <p:cNvSpPr txBox="1"/>
          <p:nvPr/>
        </p:nvSpPr>
        <p:spPr>
          <a:xfrm>
            <a:off x="822750" y="2911200"/>
            <a:ext cx="16642500" cy="6243600"/>
          </a:xfrm>
          <a:prstGeom prst="rect">
            <a:avLst/>
          </a:prstGeom>
          <a:no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b="1" lang="ja" sz="3600">
                <a:solidFill>
                  <a:schemeClr val="dk2"/>
                </a:solidFill>
              </a:rPr>
              <a:t>※</a:t>
            </a:r>
            <a:r>
              <a:rPr b="1" lang="ja" sz="3600">
                <a:solidFill>
                  <a:schemeClr val="dk2"/>
                </a:solidFill>
              </a:rPr>
              <a:t>解決策を決める際に考慮した他の選択肢となぜ選ばなかったのかの理由</a:t>
            </a:r>
            <a:r>
              <a:rPr b="1" lang="ja" sz="3600">
                <a:solidFill>
                  <a:schemeClr val="dk2"/>
                </a:solidFill>
              </a:rPr>
              <a:t>を記載しましょう(構想段階の人も記載しましょう)</a:t>
            </a:r>
            <a:endParaRPr b="1" sz="3600">
              <a:solidFill>
                <a:schemeClr val="dk2"/>
              </a:solidFill>
            </a:endParaRPr>
          </a:p>
          <a:p>
            <a:pPr indent="457200" lvl="0" marL="457200" rtl="0" algn="l">
              <a:lnSpc>
                <a:spcPct val="115000"/>
              </a:lnSpc>
              <a:spcBef>
                <a:spcPts val="0"/>
              </a:spcBef>
              <a:spcAft>
                <a:spcPts val="0"/>
              </a:spcAft>
              <a:buNone/>
            </a:pPr>
            <a:r>
              <a:t/>
            </a:r>
            <a:endParaRPr b="1" sz="36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nvSpPr>
        <p:spPr>
          <a:xfrm>
            <a:off x="914400" y="916225"/>
            <a:ext cx="16459200" cy="11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4800">
                <a:solidFill>
                  <a:schemeClr val="lt2"/>
                </a:solidFill>
              </a:rPr>
              <a:t>想定しているターゲットユーザー</a:t>
            </a:r>
            <a:endParaRPr b="1" sz="4800">
              <a:solidFill>
                <a:schemeClr val="lt2"/>
              </a:solidFill>
            </a:endParaRPr>
          </a:p>
        </p:txBody>
      </p:sp>
      <p:sp>
        <p:nvSpPr>
          <p:cNvPr id="83" name="Google Shape;83;p15"/>
          <p:cNvSpPr txBox="1"/>
          <p:nvPr/>
        </p:nvSpPr>
        <p:spPr>
          <a:xfrm>
            <a:off x="822750" y="2911200"/>
            <a:ext cx="16642500" cy="6243600"/>
          </a:xfrm>
          <a:prstGeom prst="rect">
            <a:avLst/>
          </a:prstGeom>
          <a:no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b="1" lang="ja" sz="3600">
                <a:solidFill>
                  <a:schemeClr val="dk2"/>
                </a:solidFill>
              </a:rPr>
              <a:t>※</a:t>
            </a:r>
            <a:r>
              <a:rPr b="1" lang="ja" sz="3600">
                <a:solidFill>
                  <a:schemeClr val="dk2"/>
                </a:solidFill>
              </a:rPr>
              <a:t>想定しているターゲットユーザーとユーザーストーリー（具体的なシチュエーション）</a:t>
            </a:r>
            <a:r>
              <a:rPr b="1" lang="ja" sz="3600">
                <a:solidFill>
                  <a:schemeClr val="dk2"/>
                </a:solidFill>
              </a:rPr>
              <a:t>を記載しましょう(構想段階の人も記載しましょう)</a:t>
            </a:r>
            <a:endParaRPr b="1" sz="3600">
              <a:solidFill>
                <a:schemeClr val="dk2"/>
              </a:solidFill>
            </a:endParaRPr>
          </a:p>
          <a:p>
            <a:pPr indent="457200" lvl="0" marL="457200" rtl="0" algn="l">
              <a:lnSpc>
                <a:spcPct val="115000"/>
              </a:lnSpc>
              <a:spcBef>
                <a:spcPts val="0"/>
              </a:spcBef>
              <a:spcAft>
                <a:spcPts val="0"/>
              </a:spcAft>
              <a:buNone/>
            </a:pPr>
            <a:r>
              <a:t/>
            </a:r>
            <a:endParaRPr b="1" sz="36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nvSpPr>
        <p:spPr>
          <a:xfrm>
            <a:off x="914400" y="916225"/>
            <a:ext cx="16459200" cy="11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4800">
                <a:solidFill>
                  <a:schemeClr val="lt2"/>
                </a:solidFill>
              </a:rPr>
              <a:t>差別化要素</a:t>
            </a:r>
            <a:endParaRPr b="1" sz="4800">
              <a:solidFill>
                <a:schemeClr val="lt2"/>
              </a:solidFill>
            </a:endParaRPr>
          </a:p>
        </p:txBody>
      </p:sp>
      <p:sp>
        <p:nvSpPr>
          <p:cNvPr id="89" name="Google Shape;89;p16"/>
          <p:cNvSpPr txBox="1"/>
          <p:nvPr/>
        </p:nvSpPr>
        <p:spPr>
          <a:xfrm>
            <a:off x="822750" y="2911200"/>
            <a:ext cx="16642500" cy="6243600"/>
          </a:xfrm>
          <a:prstGeom prst="rect">
            <a:avLst/>
          </a:prstGeom>
          <a:no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b="1" lang="ja" sz="3600">
                <a:solidFill>
                  <a:schemeClr val="dk2"/>
                </a:solidFill>
              </a:rPr>
              <a:t>※</a:t>
            </a:r>
            <a:r>
              <a:rPr b="1" lang="ja" sz="3600">
                <a:solidFill>
                  <a:schemeClr val="dk2"/>
                </a:solidFill>
              </a:rPr>
              <a:t>他のサービスでは代替できない理由</a:t>
            </a:r>
            <a:r>
              <a:rPr b="1" lang="ja" sz="3600">
                <a:solidFill>
                  <a:schemeClr val="dk2"/>
                </a:solidFill>
              </a:rPr>
              <a:t>を記載しましょう(構想段階の人も記載しましょう)</a:t>
            </a:r>
            <a:endParaRPr b="1" sz="3600">
              <a:solidFill>
                <a:schemeClr val="dk2"/>
              </a:solidFill>
            </a:endParaRPr>
          </a:p>
          <a:p>
            <a:pPr indent="0" lvl="0" marL="457200" rtl="0" algn="l">
              <a:lnSpc>
                <a:spcPct val="115000"/>
              </a:lnSpc>
              <a:spcBef>
                <a:spcPts val="0"/>
              </a:spcBef>
              <a:spcAft>
                <a:spcPts val="0"/>
              </a:spcAft>
              <a:buNone/>
            </a:pPr>
            <a:r>
              <a:rPr b="1" lang="ja" sz="3600">
                <a:solidFill>
                  <a:schemeClr val="dk2"/>
                </a:solidFill>
              </a:rPr>
              <a:t>例）</a:t>
            </a:r>
            <a:r>
              <a:rPr b="1" lang="ja" sz="3600">
                <a:solidFill>
                  <a:schemeClr val="dk2"/>
                </a:solidFill>
              </a:rPr>
              <a:t>ユーザーは 「課題解決の手段」 ができ、「課題解決の代替手段」とは違って、「オリジナルアプリを選ぶ理由」が備わっていることが特徴です。</a:t>
            </a:r>
            <a:endParaRPr b="1" sz="36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FFFFFF"/>
      </a:dk1>
      <a:lt1>
        <a:srgbClr val="F8F8F8"/>
      </a:lt1>
      <a:dk2>
        <a:srgbClr val="C4C3C3"/>
      </a:dk2>
      <a:lt2>
        <a:srgbClr val="111111"/>
      </a:lt2>
      <a:accent1>
        <a:srgbClr val="11376B"/>
      </a:accent1>
      <a:accent2>
        <a:srgbClr val="EF2828"/>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